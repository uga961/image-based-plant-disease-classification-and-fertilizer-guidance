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sldIdLst>
    <p:sldId id="284" r:id="rId5"/>
    <p:sldId id="257" r:id="rId6"/>
    <p:sldId id="278" r:id="rId7"/>
    <p:sldId id="273" r:id="rId8"/>
    <p:sldId id="270" r:id="rId9"/>
    <p:sldId id="279" r:id="rId10"/>
    <p:sldId id="280" r:id="rId11"/>
    <p:sldId id="281" r:id="rId12"/>
    <p:sldId id="282" r:id="rId13"/>
    <p:sldId id="283" r:id="rId14"/>
    <p:sldId id="275"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7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16" autoAdjust="0"/>
  </p:normalViewPr>
  <p:slideViewPr>
    <p:cSldViewPr snapToGrid="0">
      <p:cViewPr varScale="1">
        <p:scale>
          <a:sx n="83" d="100"/>
          <a:sy n="83" d="100"/>
        </p:scale>
        <p:origin x="686" y="62"/>
      </p:cViewPr>
      <p:guideLst>
        <p:guide pos="576"/>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2" d="100"/>
          <a:sy n="62" d="100"/>
        </p:scale>
        <p:origin x="3154"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7B29B-D910-4EFE-8C3E-6ED9374D0A0A}" type="doc">
      <dgm:prSet loTypeId="urn:microsoft.com/office/officeart/2016/7/layout/BasicTimeline" loCatId="other" qsTypeId="urn:microsoft.com/office/officeart/2005/8/quickstyle/simple1" qsCatId="simple" csTypeId="urn:microsoft.com/office/officeart/2005/8/colors/accent3_2" csCatId="accent3" phldr="1"/>
      <dgm:spPr/>
      <dgm:t>
        <a:bodyPr/>
        <a:lstStyle/>
        <a:p>
          <a:endParaRPr lang="en-US"/>
        </a:p>
      </dgm:t>
    </dgm:pt>
    <dgm:pt modelId="{6DEFC8AA-A33F-48F8-9C25-E9B2128D92CD}">
      <dgm:prSet phldrT="[Text]" phldr="0" custT="1"/>
      <dgm:spPr/>
      <dgm:t>
        <a:bodyPr/>
        <a:lstStyle/>
        <a:p>
          <a:pPr algn="ctr">
            <a:defRPr b="1"/>
          </a:pPr>
          <a:endParaRPr lang="en-US" sz="2000" b="0" spc="50" baseline="0" dirty="0">
            <a:solidFill>
              <a:schemeClr val="accent3"/>
            </a:solidFill>
            <a:latin typeface="+mj-lt"/>
          </a:endParaRPr>
        </a:p>
      </dgm:t>
    </dgm:pt>
    <dgm:pt modelId="{F8E8046A-2F16-4D2A-B74B-D3F0F194FE09}" type="sibTrans" cxnId="{0CF457AA-7E08-43AA-B4EA-CB4BC915031D}">
      <dgm:prSet/>
      <dgm:spPr/>
      <dgm:t>
        <a:bodyPr/>
        <a:lstStyle/>
        <a:p>
          <a:pPr algn="ctr"/>
          <a:endParaRPr lang="en-US"/>
        </a:p>
      </dgm:t>
    </dgm:pt>
    <dgm:pt modelId="{4FC1DB39-D67C-4219-80AD-A97F169B043F}" type="parTrans" cxnId="{0CF457AA-7E08-43AA-B4EA-CB4BC915031D}">
      <dgm:prSet/>
      <dgm:spPr/>
      <dgm:t>
        <a:bodyPr/>
        <a:lstStyle/>
        <a:p>
          <a:pPr algn="ctr"/>
          <a:endParaRPr lang="en-US"/>
        </a:p>
      </dgm:t>
    </dgm:pt>
    <dgm:pt modelId="{02DA89E2-C257-4D34-85AB-C9732260ABFD}">
      <dgm:prSet phldrT="[Text]"/>
      <dgm:spPr/>
      <dgm:t>
        <a:bodyPr/>
        <a:lstStyle/>
        <a:p>
          <a:pPr algn="ctr"/>
          <a:r>
            <a:rPr lang="en-IN" b="0" i="0" dirty="0"/>
            <a:t>Image Segmentation</a:t>
          </a:r>
          <a:endParaRPr lang="en-US" dirty="0">
            <a:solidFill>
              <a:schemeClr val="tx1">
                <a:lumMod val="75000"/>
                <a:lumOff val="25000"/>
              </a:schemeClr>
            </a:solidFill>
            <a:latin typeface="+mn-lt"/>
          </a:endParaRPr>
        </a:p>
      </dgm:t>
    </dgm:pt>
    <dgm:pt modelId="{693C94AC-90AC-4B6B-8CFD-AA0505DB8FF5}" type="sibTrans" cxnId="{EC023D72-357E-4D03-91A5-B6E6245BD9BE}">
      <dgm:prSet/>
      <dgm:spPr/>
      <dgm:t>
        <a:bodyPr/>
        <a:lstStyle/>
        <a:p>
          <a:pPr algn="ctr"/>
          <a:endParaRPr lang="en-US"/>
        </a:p>
      </dgm:t>
    </dgm:pt>
    <dgm:pt modelId="{96729367-96CC-4DF6-971A-47877F4EF6D3}" type="parTrans" cxnId="{EC023D72-357E-4D03-91A5-B6E6245BD9BE}">
      <dgm:prSet/>
      <dgm:spPr/>
      <dgm:t>
        <a:bodyPr/>
        <a:lstStyle/>
        <a:p>
          <a:pPr algn="ctr"/>
          <a:endParaRPr lang="en-US"/>
        </a:p>
      </dgm:t>
    </dgm:pt>
    <dgm:pt modelId="{1752C35D-091D-42C9-97A4-7263EAD0C8DF}">
      <dgm:prSet phldrT="[Text]" phldr="0" custT="1"/>
      <dgm:spPr/>
      <dgm:t>
        <a:bodyPr/>
        <a:lstStyle/>
        <a:p>
          <a:pPr algn="ctr">
            <a:defRPr b="1"/>
          </a:pPr>
          <a:endParaRPr lang="en-US" sz="2000" b="0" dirty="0">
            <a:solidFill>
              <a:schemeClr val="accent3"/>
            </a:solidFill>
            <a:latin typeface="+mj-lt"/>
          </a:endParaRPr>
        </a:p>
      </dgm:t>
    </dgm:pt>
    <dgm:pt modelId="{6E749565-A811-46F6-9583-60953F4A2804}" type="sibTrans" cxnId="{36E29CFB-BEC5-4A00-BAD3-CABA88CAA79C}">
      <dgm:prSet/>
      <dgm:spPr/>
      <dgm:t>
        <a:bodyPr/>
        <a:lstStyle/>
        <a:p>
          <a:pPr algn="ctr"/>
          <a:endParaRPr lang="en-US"/>
        </a:p>
      </dgm:t>
    </dgm:pt>
    <dgm:pt modelId="{007A489C-02EA-497A-B2E3-DE199CC6A6AF}" type="parTrans" cxnId="{36E29CFB-BEC5-4A00-BAD3-CABA88CAA79C}">
      <dgm:prSet/>
      <dgm:spPr/>
      <dgm:t>
        <a:bodyPr/>
        <a:lstStyle/>
        <a:p>
          <a:pPr algn="ctr"/>
          <a:endParaRPr lang="en-US"/>
        </a:p>
      </dgm:t>
    </dgm:pt>
    <dgm:pt modelId="{A9B92956-8BD0-4360-A408-00C389D8388D}">
      <dgm:prSet phldrT="[Text]"/>
      <dgm:spPr/>
      <dgm:t>
        <a:bodyPr/>
        <a:lstStyle/>
        <a:p>
          <a:pPr algn="ctr"/>
          <a:r>
            <a:rPr lang="en-IN" b="0" i="0" dirty="0"/>
            <a:t>Making Training Data</a:t>
          </a:r>
          <a:endParaRPr lang="en-US" dirty="0">
            <a:solidFill>
              <a:schemeClr val="tx1">
                <a:lumMod val="75000"/>
                <a:lumOff val="25000"/>
              </a:schemeClr>
            </a:solidFill>
            <a:latin typeface="+mn-lt"/>
          </a:endParaRPr>
        </a:p>
      </dgm:t>
    </dgm:pt>
    <dgm:pt modelId="{1F3A30F7-CCCA-457A-A159-2EDA071DA81F}" type="sibTrans" cxnId="{3CE10966-6ADA-480D-BDE3-15143B24C585}">
      <dgm:prSet/>
      <dgm:spPr/>
      <dgm:t>
        <a:bodyPr/>
        <a:lstStyle/>
        <a:p>
          <a:pPr algn="ctr"/>
          <a:endParaRPr lang="en-US"/>
        </a:p>
      </dgm:t>
    </dgm:pt>
    <dgm:pt modelId="{E3736FF0-A3FF-4E67-819C-51D45B6CBA87}" type="parTrans" cxnId="{3CE10966-6ADA-480D-BDE3-15143B24C585}">
      <dgm:prSet/>
      <dgm:spPr/>
      <dgm:t>
        <a:bodyPr/>
        <a:lstStyle/>
        <a:p>
          <a:pPr algn="ctr"/>
          <a:endParaRPr lang="en-US"/>
        </a:p>
      </dgm:t>
    </dgm:pt>
    <dgm:pt modelId="{142BFE46-22E8-4F99-8DF5-0A21AEB1B949}">
      <dgm:prSet phldrT="[Text]" phldr="0" custT="1"/>
      <dgm:spPr/>
      <dgm:t>
        <a:bodyPr/>
        <a:lstStyle/>
        <a:p>
          <a:pPr algn="ctr">
            <a:defRPr b="1"/>
          </a:pPr>
          <a:endParaRPr lang="en-US" sz="2000" b="0" dirty="0">
            <a:solidFill>
              <a:schemeClr val="accent3"/>
            </a:solidFill>
            <a:latin typeface="+mj-lt"/>
          </a:endParaRPr>
        </a:p>
      </dgm:t>
    </dgm:pt>
    <dgm:pt modelId="{F5321377-0866-4CE1-92D6-060EB78CAD7D}" type="sibTrans" cxnId="{95DA92B8-3129-4385-8113-97C1B03AED1A}">
      <dgm:prSet/>
      <dgm:spPr/>
      <dgm:t>
        <a:bodyPr/>
        <a:lstStyle/>
        <a:p>
          <a:pPr algn="ctr"/>
          <a:endParaRPr lang="en-US"/>
        </a:p>
      </dgm:t>
    </dgm:pt>
    <dgm:pt modelId="{D949A27D-030D-4E30-8E3A-7C8A421244C3}" type="parTrans" cxnId="{95DA92B8-3129-4385-8113-97C1B03AED1A}">
      <dgm:prSet/>
      <dgm:spPr/>
      <dgm:t>
        <a:bodyPr/>
        <a:lstStyle/>
        <a:p>
          <a:pPr algn="ctr"/>
          <a:endParaRPr lang="en-US"/>
        </a:p>
      </dgm:t>
    </dgm:pt>
    <dgm:pt modelId="{772CED33-5D06-41ED-899A-1C1E881574F3}">
      <dgm:prSet phldrT="[Text]"/>
      <dgm:spPr/>
      <dgm:t>
        <a:bodyPr/>
        <a:lstStyle/>
        <a:p>
          <a:pPr algn="ctr"/>
          <a:r>
            <a:rPr lang="en-IN" b="0" i="0" dirty="0"/>
            <a:t>Making The Models</a:t>
          </a:r>
          <a:endParaRPr lang="en-US" dirty="0">
            <a:solidFill>
              <a:schemeClr val="tx1">
                <a:lumMod val="75000"/>
                <a:lumOff val="25000"/>
              </a:schemeClr>
            </a:solidFill>
            <a:latin typeface="+mn-lt"/>
          </a:endParaRPr>
        </a:p>
      </dgm:t>
      <dgm:extLst>
        <a:ext uri="{E40237B7-FDA0-4F09-8148-C483321AD2D9}">
          <dgm14:cNvPr xmlns:dgm14="http://schemas.microsoft.com/office/drawing/2010/diagram" id="0" name="" descr="timeline&#10;"/>
        </a:ext>
      </dgm:extLst>
    </dgm:pt>
    <dgm:pt modelId="{7783719F-0078-4B61-8A69-AE9DA37AC7A6}" type="sibTrans" cxnId="{8305AF8C-54EC-4B12-BDA8-D383DDF6CD01}">
      <dgm:prSet/>
      <dgm:spPr/>
      <dgm:t>
        <a:bodyPr/>
        <a:lstStyle/>
        <a:p>
          <a:pPr algn="ctr"/>
          <a:endParaRPr lang="en-US"/>
        </a:p>
      </dgm:t>
    </dgm:pt>
    <dgm:pt modelId="{AC599F2F-1DF8-4885-85B8-E16E90411785}" type="parTrans" cxnId="{8305AF8C-54EC-4B12-BDA8-D383DDF6CD01}">
      <dgm:prSet/>
      <dgm:spPr/>
      <dgm:t>
        <a:bodyPr/>
        <a:lstStyle/>
        <a:p>
          <a:pPr algn="ctr"/>
          <a:endParaRPr lang="en-US"/>
        </a:p>
      </dgm:t>
    </dgm:pt>
    <dgm:pt modelId="{15DB21DE-F4F8-4FED-81FF-F3BE0BB45A33}">
      <dgm:prSet phldrT="[Text]" custT="1"/>
      <dgm:spPr/>
      <dgm:t>
        <a:bodyPr/>
        <a:lstStyle/>
        <a:p>
          <a:pPr algn="ctr">
            <a:defRPr b="1"/>
          </a:pPr>
          <a:endParaRPr lang="en-US" sz="2000" b="0" dirty="0">
            <a:solidFill>
              <a:schemeClr val="accent3"/>
            </a:solidFill>
            <a:latin typeface="+mj-lt"/>
          </a:endParaRPr>
        </a:p>
      </dgm:t>
    </dgm:pt>
    <dgm:pt modelId="{6191C929-3126-437D-A135-291F940756D6}" type="sibTrans" cxnId="{47424CDF-B7EE-48E6-BFB5-DC5E6C261E1A}">
      <dgm:prSet/>
      <dgm:spPr/>
      <dgm:t>
        <a:bodyPr/>
        <a:lstStyle/>
        <a:p>
          <a:pPr algn="ctr"/>
          <a:endParaRPr lang="en-US"/>
        </a:p>
      </dgm:t>
    </dgm:pt>
    <dgm:pt modelId="{29102CB0-9922-4672-BBB9-E280C2C99895}" type="parTrans" cxnId="{47424CDF-B7EE-48E6-BFB5-DC5E6C261E1A}">
      <dgm:prSet/>
      <dgm:spPr/>
      <dgm:t>
        <a:bodyPr/>
        <a:lstStyle/>
        <a:p>
          <a:pPr algn="ctr"/>
          <a:endParaRPr lang="en-US"/>
        </a:p>
      </dgm:t>
    </dgm:pt>
    <dgm:pt modelId="{255E94EE-01DA-4635-9511-88957B880A97}">
      <dgm:prSet phldrT="[Text]"/>
      <dgm:spPr/>
      <dgm:t>
        <a:bodyPr/>
        <a:lstStyle/>
        <a:p>
          <a:pPr algn="ctr"/>
          <a:r>
            <a:rPr lang="en-IN" b="0" i="0" dirty="0" err="1"/>
            <a:t>Ensembling</a:t>
          </a:r>
          <a:r>
            <a:rPr lang="en-IN" b="0" i="0" dirty="0"/>
            <a:t> the Models</a:t>
          </a:r>
          <a:endParaRPr lang="en-US" dirty="0">
            <a:solidFill>
              <a:schemeClr val="tx1">
                <a:lumMod val="75000"/>
                <a:lumOff val="25000"/>
              </a:schemeClr>
            </a:solidFill>
          </a:endParaRPr>
        </a:p>
      </dgm:t>
    </dgm:pt>
    <dgm:pt modelId="{3A158F0E-0A89-42B3-AD34-CA5A7EC3E9FC}" type="sibTrans" cxnId="{39435278-4642-46D3-8766-1841B0871C20}">
      <dgm:prSet/>
      <dgm:spPr/>
      <dgm:t>
        <a:bodyPr/>
        <a:lstStyle/>
        <a:p>
          <a:pPr algn="ctr"/>
          <a:endParaRPr lang="en-US"/>
        </a:p>
      </dgm:t>
    </dgm:pt>
    <dgm:pt modelId="{078ADD25-49A1-4E85-B1A6-FE012D69C482}" type="parTrans" cxnId="{39435278-4642-46D3-8766-1841B0871C20}">
      <dgm:prSet/>
      <dgm:spPr/>
      <dgm:t>
        <a:bodyPr/>
        <a:lstStyle/>
        <a:p>
          <a:pPr algn="ctr"/>
          <a:endParaRPr lang="en-US"/>
        </a:p>
      </dgm:t>
    </dgm:pt>
    <dgm:pt modelId="{B62CEF4A-E24A-432D-BAFC-3641989EEEF2}">
      <dgm:prSet phldrT="[Text]" custT="1"/>
      <dgm:spPr/>
      <dgm:t>
        <a:bodyPr/>
        <a:lstStyle/>
        <a:p>
          <a:pPr algn="ctr">
            <a:defRPr b="1"/>
          </a:pPr>
          <a:endParaRPr lang="en-US" sz="2000" b="0" dirty="0">
            <a:solidFill>
              <a:schemeClr val="accent3"/>
            </a:solidFill>
            <a:latin typeface="+mj-lt"/>
          </a:endParaRPr>
        </a:p>
      </dgm:t>
    </dgm:pt>
    <dgm:pt modelId="{2ED27055-3EC8-4DB9-A5EB-85E32B37DBD0}" type="sibTrans" cxnId="{1BFB39BC-BF20-4D6E-A65E-5BCB91F1182D}">
      <dgm:prSet/>
      <dgm:spPr/>
      <dgm:t>
        <a:bodyPr/>
        <a:lstStyle/>
        <a:p>
          <a:pPr algn="ctr"/>
          <a:endParaRPr lang="en-US"/>
        </a:p>
      </dgm:t>
    </dgm:pt>
    <dgm:pt modelId="{16D0036F-191A-4B2C-8D3C-E4E7749EF553}" type="parTrans" cxnId="{1BFB39BC-BF20-4D6E-A65E-5BCB91F1182D}">
      <dgm:prSet/>
      <dgm:spPr/>
      <dgm:t>
        <a:bodyPr/>
        <a:lstStyle/>
        <a:p>
          <a:pPr algn="ctr"/>
          <a:endParaRPr lang="en-US"/>
        </a:p>
      </dgm:t>
    </dgm:pt>
    <dgm:pt modelId="{44980233-1168-4855-B00C-BA4FD244E902}">
      <dgm:prSet phldrT="[Text]"/>
      <dgm:spPr/>
      <dgm:t>
        <a:bodyPr/>
        <a:lstStyle/>
        <a:p>
          <a:pPr algn="ctr"/>
          <a:r>
            <a:rPr lang="en-IN" b="0" i="0" dirty="0"/>
            <a:t>Predicting Classes</a:t>
          </a:r>
          <a:endParaRPr lang="en-US" dirty="0">
            <a:solidFill>
              <a:schemeClr val="tx1">
                <a:lumMod val="75000"/>
                <a:lumOff val="25000"/>
              </a:schemeClr>
            </a:solidFill>
            <a:latin typeface="+mn-lt"/>
          </a:endParaRPr>
        </a:p>
      </dgm:t>
    </dgm:pt>
    <dgm:pt modelId="{C0B61202-E717-4847-A16F-D62AF65C691A}" type="sibTrans" cxnId="{7EE6E9AB-9AE7-4F56-9641-9800327DB08E}">
      <dgm:prSet/>
      <dgm:spPr/>
      <dgm:t>
        <a:bodyPr/>
        <a:lstStyle/>
        <a:p>
          <a:pPr algn="ctr"/>
          <a:endParaRPr lang="en-US"/>
        </a:p>
      </dgm:t>
    </dgm:pt>
    <dgm:pt modelId="{10A65D6A-28CD-4D7B-AD93-5413ADC4D398}" type="parTrans" cxnId="{7EE6E9AB-9AE7-4F56-9641-9800327DB08E}">
      <dgm:prSet/>
      <dgm:spPr/>
      <dgm:t>
        <a:bodyPr/>
        <a:lstStyle/>
        <a:p>
          <a:pPr algn="ctr"/>
          <a:endParaRPr lang="en-US"/>
        </a:p>
      </dgm:t>
    </dgm:pt>
    <dgm:pt modelId="{5FEC15BB-99AD-4B05-B8A4-D495102E65AF}" type="pres">
      <dgm:prSet presAssocID="{7D77B29B-D910-4EFE-8C3E-6ED9374D0A0A}" presName="root" presStyleCnt="0">
        <dgm:presLayoutVars>
          <dgm:chMax/>
          <dgm:chPref/>
          <dgm:animLvl val="lvl"/>
        </dgm:presLayoutVars>
      </dgm:prSet>
      <dgm:spPr/>
    </dgm:pt>
    <dgm:pt modelId="{622AE48D-DC22-4466-870D-3DE2469321A1}" type="pres">
      <dgm:prSet presAssocID="{7D77B29B-D910-4EFE-8C3E-6ED9374D0A0A}" presName="divider" presStyleLbl="fgAccFollowNode1" presStyleIdx="0" presStyleCnt="1"/>
      <dgm:spPr>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tailEnd type="triangle" w="lg" len="lg"/>
        </a:ln>
        <a:effectLst/>
      </dgm:spPr>
    </dgm:pt>
    <dgm:pt modelId="{FC1F70CC-DBB3-4FEB-88D2-FD595F4772A4}" type="pres">
      <dgm:prSet presAssocID="{7D77B29B-D910-4EFE-8C3E-6ED9374D0A0A}" presName="nodes" presStyleCnt="0">
        <dgm:presLayoutVars>
          <dgm:chMax/>
          <dgm:chPref/>
          <dgm:animLvl val="lvl"/>
        </dgm:presLayoutVars>
      </dgm:prSet>
      <dgm:spPr/>
    </dgm:pt>
    <dgm:pt modelId="{5EB29EE4-E672-42FE-B784-939302E117E4}" type="pres">
      <dgm:prSet presAssocID="{6DEFC8AA-A33F-48F8-9C25-E9B2128D92CD}" presName="composite" presStyleCnt="0"/>
      <dgm:spPr/>
    </dgm:pt>
    <dgm:pt modelId="{EC47C319-F262-452D-A3AA-636B0CDD3083}" type="pres">
      <dgm:prSet presAssocID="{6DEFC8AA-A33F-48F8-9C25-E9B2128D92CD}" presName="L1TextContainer" presStyleLbl="revTx" presStyleIdx="0" presStyleCnt="5" custLinFactY="16464" custLinFactNeighborX="-916" custLinFactNeighborY="100000">
        <dgm:presLayoutVars>
          <dgm:chMax val="1"/>
          <dgm:chPref val="1"/>
          <dgm:bulletEnabled val="1"/>
        </dgm:presLayoutVars>
      </dgm:prSet>
      <dgm:spPr/>
    </dgm:pt>
    <dgm:pt modelId="{6D591BD4-A6B3-44F5-89AA-1412468CD1DF}" type="pres">
      <dgm:prSet presAssocID="{6DEFC8AA-A33F-48F8-9C25-E9B2128D92CD}" presName="L2TextContainerWrapper" presStyleCnt="0">
        <dgm:presLayoutVars>
          <dgm:chMax val="0"/>
          <dgm:chPref val="0"/>
          <dgm:bulletEnabled val="1"/>
        </dgm:presLayoutVars>
      </dgm:prSet>
      <dgm:spPr/>
    </dgm:pt>
    <dgm:pt modelId="{699D6E05-2110-40CF-A9E1-513C5874F142}" type="pres">
      <dgm:prSet presAssocID="{6DEFC8AA-A33F-48F8-9C25-E9B2128D92CD}" presName="L2TextContainer" presStyleLbl="bgAcc1" presStyleIdx="0" presStyleCnt="5"/>
      <dgm:spPr/>
    </dgm:pt>
    <dgm:pt modelId="{5F7216E5-CBB6-4F0D-AEC0-502B264EB261}" type="pres">
      <dgm:prSet presAssocID="{6DEFC8AA-A33F-48F8-9C25-E9B2128D92CD}" presName="FlexibleEmptyPlaceHolder" presStyleCnt="0"/>
      <dgm:spPr/>
    </dgm:pt>
    <dgm:pt modelId="{84F43E91-3923-4169-8319-03B48B626FF2}" type="pres">
      <dgm:prSet presAssocID="{6DEFC8AA-A33F-48F8-9C25-E9B2128D92CD}" presName="ConnectLine" presStyleLbl="sibTrans1D1" presStyleIdx="0" presStyleCnt="5"/>
      <dgm:spPr>
        <a:noFill/>
        <a:ln w="6350" cap="flat" cmpd="sng" algn="ctr">
          <a:solidFill>
            <a:schemeClr val="accent3">
              <a:hueOff val="0"/>
              <a:satOff val="0"/>
              <a:lumOff val="0"/>
              <a:alphaOff val="0"/>
            </a:schemeClr>
          </a:solidFill>
          <a:prstDash val="dash"/>
          <a:miter lim="800000"/>
        </a:ln>
        <a:effectLst/>
      </dgm:spPr>
    </dgm:pt>
    <dgm:pt modelId="{3A873ED9-D53F-460D-B163-AFB5B4D10D91}" type="pres">
      <dgm:prSet presAssocID="{6DEFC8AA-A33F-48F8-9C25-E9B2128D92CD}" presName="ConnectorPoint" presStyleLbl="alignNode1" presStyleIdx="0" presStyleCnt="5"/>
      <dgm:spPr/>
    </dgm:pt>
    <dgm:pt modelId="{483A2AE2-D88B-4241-8D3B-02042E557401}" type="pres">
      <dgm:prSet presAssocID="{6DEFC8AA-A33F-48F8-9C25-E9B2128D92CD}" presName="EmptyPlaceHolder" presStyleCnt="0"/>
      <dgm:spPr/>
    </dgm:pt>
    <dgm:pt modelId="{33DB8C7D-0E2D-4DC6-BBED-1A25F10E3744}" type="pres">
      <dgm:prSet presAssocID="{F8E8046A-2F16-4D2A-B74B-D3F0F194FE09}" presName="spaceBetweenRectangles" presStyleCnt="0"/>
      <dgm:spPr/>
    </dgm:pt>
    <dgm:pt modelId="{1A98146C-9120-4645-8CE0-FFC5DFDDB0AF}" type="pres">
      <dgm:prSet presAssocID="{1752C35D-091D-42C9-97A4-7263EAD0C8DF}" presName="composite" presStyleCnt="0"/>
      <dgm:spPr/>
    </dgm:pt>
    <dgm:pt modelId="{E044750E-96CA-4C29-9512-B1C3E4ADB4BB}" type="pres">
      <dgm:prSet presAssocID="{1752C35D-091D-42C9-97A4-7263EAD0C8DF}" presName="L1TextContainer" presStyleLbl="revTx" presStyleIdx="1" presStyleCnt="5">
        <dgm:presLayoutVars>
          <dgm:chMax val="1"/>
          <dgm:chPref val="1"/>
          <dgm:bulletEnabled val="1"/>
        </dgm:presLayoutVars>
      </dgm:prSet>
      <dgm:spPr/>
    </dgm:pt>
    <dgm:pt modelId="{DDA9C62A-DEC6-4A3C-B9DE-21578D9C04C0}" type="pres">
      <dgm:prSet presAssocID="{1752C35D-091D-42C9-97A4-7263EAD0C8DF}" presName="L2TextContainerWrapper" presStyleCnt="0">
        <dgm:presLayoutVars>
          <dgm:chMax val="0"/>
          <dgm:chPref val="0"/>
          <dgm:bulletEnabled val="1"/>
        </dgm:presLayoutVars>
      </dgm:prSet>
      <dgm:spPr/>
    </dgm:pt>
    <dgm:pt modelId="{20A526D0-1FBE-4878-A446-4CDCC2332BDC}" type="pres">
      <dgm:prSet presAssocID="{1752C35D-091D-42C9-97A4-7263EAD0C8DF}" presName="L2TextContainer" presStyleLbl="bgAcc1" presStyleIdx="1" presStyleCnt="5"/>
      <dgm:spPr/>
    </dgm:pt>
    <dgm:pt modelId="{6E332D9F-6BC8-41CF-8D10-1ED4CE825E43}" type="pres">
      <dgm:prSet presAssocID="{1752C35D-091D-42C9-97A4-7263EAD0C8DF}" presName="FlexibleEmptyPlaceHolder" presStyleCnt="0"/>
      <dgm:spPr/>
    </dgm:pt>
    <dgm:pt modelId="{74DD07D9-086A-4268-AEC7-CC59B0882A52}" type="pres">
      <dgm:prSet presAssocID="{1752C35D-091D-42C9-97A4-7263EAD0C8DF}" presName="ConnectLine" presStyleLbl="sibTrans1D1" presStyleIdx="1" presStyleCnt="5"/>
      <dgm:spPr>
        <a:noFill/>
        <a:ln w="6350" cap="flat" cmpd="sng" algn="ctr">
          <a:solidFill>
            <a:schemeClr val="accent3">
              <a:hueOff val="0"/>
              <a:satOff val="0"/>
              <a:lumOff val="0"/>
              <a:alphaOff val="0"/>
            </a:schemeClr>
          </a:solidFill>
          <a:prstDash val="dash"/>
          <a:miter lim="800000"/>
        </a:ln>
        <a:effectLst/>
      </dgm:spPr>
    </dgm:pt>
    <dgm:pt modelId="{64A8AA80-97FE-4E36-94C1-F7E0B5ADE12B}" type="pres">
      <dgm:prSet presAssocID="{1752C35D-091D-42C9-97A4-7263EAD0C8DF}" presName="ConnectorPoint" presStyleLbl="alignNode1" presStyleIdx="1" presStyleCnt="5"/>
      <dgm:spPr/>
    </dgm:pt>
    <dgm:pt modelId="{3ED59300-3910-4EE4-94CB-2DADC8C66731}" type="pres">
      <dgm:prSet presAssocID="{1752C35D-091D-42C9-97A4-7263EAD0C8DF}" presName="EmptyPlaceHolder" presStyleCnt="0"/>
      <dgm:spPr/>
    </dgm:pt>
    <dgm:pt modelId="{B00BB0D2-F378-47A8-AE5C-1AE0953469E0}" type="pres">
      <dgm:prSet presAssocID="{6E749565-A811-46F6-9583-60953F4A2804}" presName="spaceBetweenRectangles" presStyleCnt="0"/>
      <dgm:spPr/>
    </dgm:pt>
    <dgm:pt modelId="{3D0FEA26-D4A4-48EE-847B-F03F7F7FD4B3}" type="pres">
      <dgm:prSet presAssocID="{142BFE46-22E8-4F99-8DF5-0A21AEB1B949}" presName="composite" presStyleCnt="0"/>
      <dgm:spPr/>
    </dgm:pt>
    <dgm:pt modelId="{9764142D-4C07-4C97-9BC9-08965C012893}" type="pres">
      <dgm:prSet presAssocID="{142BFE46-22E8-4F99-8DF5-0A21AEB1B949}" presName="L1TextContainer" presStyleLbl="revTx" presStyleIdx="2" presStyleCnt="5">
        <dgm:presLayoutVars>
          <dgm:chMax val="1"/>
          <dgm:chPref val="1"/>
          <dgm:bulletEnabled val="1"/>
        </dgm:presLayoutVars>
      </dgm:prSet>
      <dgm:spPr/>
    </dgm:pt>
    <dgm:pt modelId="{98C09A55-453F-4B49-BB17-D30748B0DE63}" type="pres">
      <dgm:prSet presAssocID="{142BFE46-22E8-4F99-8DF5-0A21AEB1B949}" presName="L2TextContainerWrapper" presStyleCnt="0">
        <dgm:presLayoutVars>
          <dgm:chMax val="0"/>
          <dgm:chPref val="0"/>
          <dgm:bulletEnabled val="1"/>
        </dgm:presLayoutVars>
      </dgm:prSet>
      <dgm:spPr/>
    </dgm:pt>
    <dgm:pt modelId="{9914EC5E-8C6B-4E85-9079-C937166C602B}" type="pres">
      <dgm:prSet presAssocID="{142BFE46-22E8-4F99-8DF5-0A21AEB1B949}" presName="L2TextContainer" presStyleLbl="bgAcc1" presStyleIdx="2" presStyleCnt="5"/>
      <dgm:spPr/>
    </dgm:pt>
    <dgm:pt modelId="{DD2E4185-D338-4ACA-A0A9-147F320E4D43}" type="pres">
      <dgm:prSet presAssocID="{142BFE46-22E8-4F99-8DF5-0A21AEB1B949}" presName="FlexibleEmptyPlaceHolder" presStyleCnt="0"/>
      <dgm:spPr/>
    </dgm:pt>
    <dgm:pt modelId="{93228E8D-1806-4719-983B-ED76A566A033}" type="pres">
      <dgm:prSet presAssocID="{142BFE46-22E8-4F99-8DF5-0A21AEB1B949}" presName="ConnectLine" presStyleLbl="sibTrans1D1" presStyleIdx="2" presStyleCnt="5"/>
      <dgm:spPr>
        <a:noFill/>
        <a:ln w="6350" cap="flat" cmpd="sng" algn="ctr">
          <a:solidFill>
            <a:schemeClr val="accent3">
              <a:hueOff val="0"/>
              <a:satOff val="0"/>
              <a:lumOff val="0"/>
              <a:alphaOff val="0"/>
            </a:schemeClr>
          </a:solidFill>
          <a:prstDash val="dash"/>
          <a:miter lim="800000"/>
        </a:ln>
        <a:effectLst/>
      </dgm:spPr>
    </dgm:pt>
    <dgm:pt modelId="{5233E8C4-4B59-4A37-AB4C-F36F06D30F57}" type="pres">
      <dgm:prSet presAssocID="{142BFE46-22E8-4F99-8DF5-0A21AEB1B949}" presName="ConnectorPoint" presStyleLbl="alignNode1" presStyleIdx="2" presStyleCnt="5"/>
      <dgm:spPr/>
    </dgm:pt>
    <dgm:pt modelId="{AE807788-AE95-4A3C-A097-DE90C0235BDA}" type="pres">
      <dgm:prSet presAssocID="{142BFE46-22E8-4F99-8DF5-0A21AEB1B949}" presName="EmptyPlaceHolder" presStyleCnt="0"/>
      <dgm:spPr/>
    </dgm:pt>
    <dgm:pt modelId="{DD6BE96D-DE53-4F54-8953-D379CCCE08EC}" type="pres">
      <dgm:prSet presAssocID="{F5321377-0866-4CE1-92D6-060EB78CAD7D}" presName="spaceBetweenRectangles" presStyleCnt="0"/>
      <dgm:spPr/>
    </dgm:pt>
    <dgm:pt modelId="{75D032E4-FF98-4E6D-8DCE-C06A88550260}" type="pres">
      <dgm:prSet presAssocID="{15DB21DE-F4F8-4FED-81FF-F3BE0BB45A33}" presName="composite" presStyleCnt="0"/>
      <dgm:spPr/>
    </dgm:pt>
    <dgm:pt modelId="{0039D91E-294E-443D-BDE1-27E40078FEF9}" type="pres">
      <dgm:prSet presAssocID="{15DB21DE-F4F8-4FED-81FF-F3BE0BB45A33}" presName="L1TextContainer" presStyleLbl="revTx" presStyleIdx="3" presStyleCnt="5">
        <dgm:presLayoutVars>
          <dgm:chMax val="1"/>
          <dgm:chPref val="1"/>
          <dgm:bulletEnabled val="1"/>
        </dgm:presLayoutVars>
      </dgm:prSet>
      <dgm:spPr/>
    </dgm:pt>
    <dgm:pt modelId="{B130BA63-CF77-4ECA-BF89-37BE7563B255}" type="pres">
      <dgm:prSet presAssocID="{15DB21DE-F4F8-4FED-81FF-F3BE0BB45A33}" presName="L2TextContainerWrapper" presStyleCnt="0">
        <dgm:presLayoutVars>
          <dgm:chMax val="0"/>
          <dgm:chPref val="0"/>
          <dgm:bulletEnabled val="1"/>
        </dgm:presLayoutVars>
      </dgm:prSet>
      <dgm:spPr/>
    </dgm:pt>
    <dgm:pt modelId="{325D28DB-B991-4A3D-BFE7-056082C95B36}" type="pres">
      <dgm:prSet presAssocID="{15DB21DE-F4F8-4FED-81FF-F3BE0BB45A33}" presName="L2TextContainer" presStyleLbl="bgAcc1" presStyleIdx="3" presStyleCnt="5"/>
      <dgm:spPr/>
    </dgm:pt>
    <dgm:pt modelId="{4C4D1AD7-875B-4BEE-81CC-B8A78DF68A8B}" type="pres">
      <dgm:prSet presAssocID="{15DB21DE-F4F8-4FED-81FF-F3BE0BB45A33}" presName="FlexibleEmptyPlaceHolder" presStyleCnt="0"/>
      <dgm:spPr/>
    </dgm:pt>
    <dgm:pt modelId="{7DBE9B3F-ABA6-4B3B-8353-28CB079B4151}" type="pres">
      <dgm:prSet presAssocID="{15DB21DE-F4F8-4FED-81FF-F3BE0BB45A33}" presName="ConnectLine" presStyleLbl="sibTrans1D1" presStyleIdx="3" presStyleCnt="5"/>
      <dgm:spPr>
        <a:noFill/>
        <a:ln w="6350" cap="flat" cmpd="sng" algn="ctr">
          <a:solidFill>
            <a:schemeClr val="accent3">
              <a:hueOff val="0"/>
              <a:satOff val="0"/>
              <a:lumOff val="0"/>
              <a:alphaOff val="0"/>
            </a:schemeClr>
          </a:solidFill>
          <a:prstDash val="dash"/>
          <a:miter lim="800000"/>
        </a:ln>
        <a:effectLst/>
      </dgm:spPr>
    </dgm:pt>
    <dgm:pt modelId="{29454C5D-6337-407C-B884-4F4E528D857E}" type="pres">
      <dgm:prSet presAssocID="{15DB21DE-F4F8-4FED-81FF-F3BE0BB45A33}" presName="ConnectorPoint" presStyleLbl="alignNode1" presStyleIdx="3" presStyleCnt="5"/>
      <dgm:spPr/>
    </dgm:pt>
    <dgm:pt modelId="{0D8360FA-A51B-45A0-8797-82EC55D4DBE1}" type="pres">
      <dgm:prSet presAssocID="{15DB21DE-F4F8-4FED-81FF-F3BE0BB45A33}" presName="EmptyPlaceHolder" presStyleCnt="0"/>
      <dgm:spPr/>
    </dgm:pt>
    <dgm:pt modelId="{CC63D971-4D4F-4E09-AC50-0DBB4AC75982}" type="pres">
      <dgm:prSet presAssocID="{6191C929-3126-437D-A135-291F940756D6}" presName="spaceBetweenRectangles" presStyleCnt="0"/>
      <dgm:spPr/>
    </dgm:pt>
    <dgm:pt modelId="{5C67D1AC-6BA3-489B-9BF5-FF6232DEC0A1}" type="pres">
      <dgm:prSet presAssocID="{B62CEF4A-E24A-432D-BAFC-3641989EEEF2}" presName="composite" presStyleCnt="0"/>
      <dgm:spPr/>
    </dgm:pt>
    <dgm:pt modelId="{AD2E7CD0-128B-4841-AA4E-D4EA63202D8D}" type="pres">
      <dgm:prSet presAssocID="{B62CEF4A-E24A-432D-BAFC-3641989EEEF2}" presName="L1TextContainer" presStyleLbl="revTx" presStyleIdx="4" presStyleCnt="5">
        <dgm:presLayoutVars>
          <dgm:chMax val="1"/>
          <dgm:chPref val="1"/>
          <dgm:bulletEnabled val="1"/>
        </dgm:presLayoutVars>
      </dgm:prSet>
      <dgm:spPr/>
    </dgm:pt>
    <dgm:pt modelId="{C4665BB8-136F-4F22-A46E-B6A394192567}" type="pres">
      <dgm:prSet presAssocID="{B62CEF4A-E24A-432D-BAFC-3641989EEEF2}" presName="L2TextContainerWrapper" presStyleCnt="0">
        <dgm:presLayoutVars>
          <dgm:chMax val="0"/>
          <dgm:chPref val="0"/>
          <dgm:bulletEnabled val="1"/>
        </dgm:presLayoutVars>
      </dgm:prSet>
      <dgm:spPr/>
    </dgm:pt>
    <dgm:pt modelId="{E9884AEA-19BD-4EB4-BDC4-91FB658046A5}" type="pres">
      <dgm:prSet presAssocID="{B62CEF4A-E24A-432D-BAFC-3641989EEEF2}" presName="L2TextContainer" presStyleLbl="bgAcc1" presStyleIdx="4" presStyleCnt="5"/>
      <dgm:spPr/>
    </dgm:pt>
    <dgm:pt modelId="{6A268E83-91C0-450F-BE3B-332A0F8DCABA}" type="pres">
      <dgm:prSet presAssocID="{B62CEF4A-E24A-432D-BAFC-3641989EEEF2}" presName="FlexibleEmptyPlaceHolder" presStyleCnt="0"/>
      <dgm:spPr/>
    </dgm:pt>
    <dgm:pt modelId="{51803514-C4EA-455F-B1B6-117158F5BBE2}" type="pres">
      <dgm:prSet presAssocID="{B62CEF4A-E24A-432D-BAFC-3641989EEEF2}" presName="ConnectLine" presStyleLbl="sibTrans1D1" presStyleIdx="4" presStyleCnt="5"/>
      <dgm:spPr>
        <a:noFill/>
        <a:ln w="6350" cap="flat" cmpd="sng" algn="ctr">
          <a:solidFill>
            <a:schemeClr val="accent3">
              <a:hueOff val="0"/>
              <a:satOff val="0"/>
              <a:lumOff val="0"/>
              <a:alphaOff val="0"/>
            </a:schemeClr>
          </a:solidFill>
          <a:prstDash val="dash"/>
          <a:miter lim="800000"/>
        </a:ln>
        <a:effectLst/>
      </dgm:spPr>
    </dgm:pt>
    <dgm:pt modelId="{A21D7A0F-D07C-4199-9415-88D9D4F8C581}" type="pres">
      <dgm:prSet presAssocID="{B62CEF4A-E24A-432D-BAFC-3641989EEEF2}" presName="ConnectorPoint" presStyleLbl="alignNode1" presStyleIdx="4" presStyleCnt="5"/>
      <dgm:spPr/>
    </dgm:pt>
    <dgm:pt modelId="{8CE65D51-CCB9-4A8E-9E76-1227EACBC2DF}" type="pres">
      <dgm:prSet presAssocID="{B62CEF4A-E24A-432D-BAFC-3641989EEEF2}" presName="EmptyPlaceHolder" presStyleCnt="0"/>
      <dgm:spPr/>
    </dgm:pt>
  </dgm:ptLst>
  <dgm:cxnLst>
    <dgm:cxn modelId="{0D32A726-8D93-4112-B562-5EC00C67979E}" type="presOf" srcId="{142BFE46-22E8-4F99-8DF5-0A21AEB1B949}" destId="{9764142D-4C07-4C97-9BC9-08965C012893}" srcOrd="0" destOrd="0" presId="urn:microsoft.com/office/officeart/2016/7/layout/BasicTimeline"/>
    <dgm:cxn modelId="{1AF3662C-C91A-4EBD-B24C-DBA722F3D4B1}" type="presOf" srcId="{15DB21DE-F4F8-4FED-81FF-F3BE0BB45A33}" destId="{0039D91E-294E-443D-BDE1-27E40078FEF9}" srcOrd="0" destOrd="0" presId="urn:microsoft.com/office/officeart/2016/7/layout/BasicTimeline"/>
    <dgm:cxn modelId="{4916D138-3666-4F90-BF0A-312D4101F62F}" type="presOf" srcId="{772CED33-5D06-41ED-899A-1C1E881574F3}" destId="{9914EC5E-8C6B-4E85-9079-C937166C602B}" srcOrd="0" destOrd="0" presId="urn:microsoft.com/office/officeart/2016/7/layout/BasicTimeline"/>
    <dgm:cxn modelId="{12BF0C5E-CB75-4BB2-9598-4CBBE46B7584}" type="presOf" srcId="{44980233-1168-4855-B00C-BA4FD244E902}" destId="{E9884AEA-19BD-4EB4-BDC4-91FB658046A5}" srcOrd="0" destOrd="0" presId="urn:microsoft.com/office/officeart/2016/7/layout/BasicTimeline"/>
    <dgm:cxn modelId="{6EB6A745-03BB-48A3-AB0C-EA02AFB21467}" type="presOf" srcId="{1752C35D-091D-42C9-97A4-7263EAD0C8DF}" destId="{E044750E-96CA-4C29-9512-B1C3E4ADB4BB}" srcOrd="0" destOrd="0" presId="urn:microsoft.com/office/officeart/2016/7/layout/BasicTimeline"/>
    <dgm:cxn modelId="{3CE10966-6ADA-480D-BDE3-15143B24C585}" srcId="{1752C35D-091D-42C9-97A4-7263EAD0C8DF}" destId="{A9B92956-8BD0-4360-A408-00C389D8388D}" srcOrd="0" destOrd="0" parTransId="{E3736FF0-A3FF-4E67-819C-51D45B6CBA87}" sibTransId="{1F3A30F7-CCCA-457A-A159-2EDA071DA81F}"/>
    <dgm:cxn modelId="{28897546-FB6F-4DCD-ACB7-06CEF1FBAEC1}" type="presOf" srcId="{B62CEF4A-E24A-432D-BAFC-3641989EEEF2}" destId="{AD2E7CD0-128B-4841-AA4E-D4EA63202D8D}" srcOrd="0" destOrd="0" presId="urn:microsoft.com/office/officeart/2016/7/layout/BasicTimeline"/>
    <dgm:cxn modelId="{EC023D72-357E-4D03-91A5-B6E6245BD9BE}" srcId="{6DEFC8AA-A33F-48F8-9C25-E9B2128D92CD}" destId="{02DA89E2-C257-4D34-85AB-C9732260ABFD}" srcOrd="0" destOrd="0" parTransId="{96729367-96CC-4DF6-971A-47877F4EF6D3}" sibTransId="{693C94AC-90AC-4B6B-8CFD-AA0505DB8FF5}"/>
    <dgm:cxn modelId="{39435278-4642-46D3-8766-1841B0871C20}" srcId="{15DB21DE-F4F8-4FED-81FF-F3BE0BB45A33}" destId="{255E94EE-01DA-4635-9511-88957B880A97}" srcOrd="0" destOrd="0" parTransId="{078ADD25-49A1-4E85-B1A6-FE012D69C482}" sibTransId="{3A158F0E-0A89-42B3-AD34-CA5A7EC3E9FC}"/>
    <dgm:cxn modelId="{3EBE7488-C73C-45DE-BF15-34D1E73EA4A9}" type="presOf" srcId="{255E94EE-01DA-4635-9511-88957B880A97}" destId="{325D28DB-B991-4A3D-BFE7-056082C95B36}" srcOrd="0" destOrd="0" presId="urn:microsoft.com/office/officeart/2016/7/layout/BasicTimeline"/>
    <dgm:cxn modelId="{8305AF8C-54EC-4B12-BDA8-D383DDF6CD01}" srcId="{142BFE46-22E8-4F99-8DF5-0A21AEB1B949}" destId="{772CED33-5D06-41ED-899A-1C1E881574F3}" srcOrd="0" destOrd="0" parTransId="{AC599F2F-1DF8-4885-85B8-E16E90411785}" sibTransId="{7783719F-0078-4B61-8A69-AE9DA37AC7A6}"/>
    <dgm:cxn modelId="{EF187990-C484-466F-9E65-6C312053A31E}" type="presOf" srcId="{6DEFC8AA-A33F-48F8-9C25-E9B2128D92CD}" destId="{EC47C319-F262-452D-A3AA-636B0CDD3083}" srcOrd="0" destOrd="0" presId="urn:microsoft.com/office/officeart/2016/7/layout/BasicTimeline"/>
    <dgm:cxn modelId="{0CF457AA-7E08-43AA-B4EA-CB4BC915031D}" srcId="{7D77B29B-D910-4EFE-8C3E-6ED9374D0A0A}" destId="{6DEFC8AA-A33F-48F8-9C25-E9B2128D92CD}" srcOrd="0" destOrd="0" parTransId="{4FC1DB39-D67C-4219-80AD-A97F169B043F}" sibTransId="{F8E8046A-2F16-4D2A-B74B-D3F0F194FE09}"/>
    <dgm:cxn modelId="{7EE6E9AB-9AE7-4F56-9641-9800327DB08E}" srcId="{B62CEF4A-E24A-432D-BAFC-3641989EEEF2}" destId="{44980233-1168-4855-B00C-BA4FD244E902}" srcOrd="0" destOrd="0" parTransId="{10A65D6A-28CD-4D7B-AD93-5413ADC4D398}" sibTransId="{C0B61202-E717-4847-A16F-D62AF65C691A}"/>
    <dgm:cxn modelId="{95DA92B8-3129-4385-8113-97C1B03AED1A}" srcId="{7D77B29B-D910-4EFE-8C3E-6ED9374D0A0A}" destId="{142BFE46-22E8-4F99-8DF5-0A21AEB1B949}" srcOrd="2" destOrd="0" parTransId="{D949A27D-030D-4E30-8E3A-7C8A421244C3}" sibTransId="{F5321377-0866-4CE1-92D6-060EB78CAD7D}"/>
    <dgm:cxn modelId="{1BFB39BC-BF20-4D6E-A65E-5BCB91F1182D}" srcId="{7D77B29B-D910-4EFE-8C3E-6ED9374D0A0A}" destId="{B62CEF4A-E24A-432D-BAFC-3641989EEEF2}" srcOrd="4" destOrd="0" parTransId="{16D0036F-191A-4B2C-8D3C-E4E7749EF553}" sibTransId="{2ED27055-3EC8-4DB9-A5EB-85E32B37DBD0}"/>
    <dgm:cxn modelId="{A5920CDF-A189-460D-BD60-A244186C5EA5}" type="presOf" srcId="{02DA89E2-C257-4D34-85AB-C9732260ABFD}" destId="{699D6E05-2110-40CF-A9E1-513C5874F142}" srcOrd="0" destOrd="0" presId="urn:microsoft.com/office/officeart/2016/7/layout/BasicTimeline"/>
    <dgm:cxn modelId="{47424CDF-B7EE-48E6-BFB5-DC5E6C261E1A}" srcId="{7D77B29B-D910-4EFE-8C3E-6ED9374D0A0A}" destId="{15DB21DE-F4F8-4FED-81FF-F3BE0BB45A33}" srcOrd="3" destOrd="0" parTransId="{29102CB0-9922-4672-BBB9-E280C2C99895}" sibTransId="{6191C929-3126-437D-A135-291F940756D6}"/>
    <dgm:cxn modelId="{24BEDAF3-E006-4D65-B085-0F49CBF21323}" type="presOf" srcId="{7D77B29B-D910-4EFE-8C3E-6ED9374D0A0A}" destId="{5FEC15BB-99AD-4B05-B8A4-D495102E65AF}" srcOrd="0" destOrd="0" presId="urn:microsoft.com/office/officeart/2016/7/layout/BasicTimeline"/>
    <dgm:cxn modelId="{A369A9F5-B7A8-4ADF-A638-BF2B3D4FB150}" type="presOf" srcId="{A9B92956-8BD0-4360-A408-00C389D8388D}" destId="{20A526D0-1FBE-4878-A446-4CDCC2332BDC}" srcOrd="0" destOrd="0" presId="urn:microsoft.com/office/officeart/2016/7/layout/BasicTimeline"/>
    <dgm:cxn modelId="{36E29CFB-BEC5-4A00-BAD3-CABA88CAA79C}" srcId="{7D77B29B-D910-4EFE-8C3E-6ED9374D0A0A}" destId="{1752C35D-091D-42C9-97A4-7263EAD0C8DF}" srcOrd="1" destOrd="0" parTransId="{007A489C-02EA-497A-B2E3-DE199CC6A6AF}" sibTransId="{6E749565-A811-46F6-9583-60953F4A2804}"/>
    <dgm:cxn modelId="{B9860F90-8295-432E-8751-69D088D09013}" type="presParOf" srcId="{5FEC15BB-99AD-4B05-B8A4-D495102E65AF}" destId="{622AE48D-DC22-4466-870D-3DE2469321A1}" srcOrd="0" destOrd="0" presId="urn:microsoft.com/office/officeart/2016/7/layout/BasicTimeline"/>
    <dgm:cxn modelId="{E18BE825-DDF8-4B4B-B405-912713F7504F}" type="presParOf" srcId="{5FEC15BB-99AD-4B05-B8A4-D495102E65AF}" destId="{FC1F70CC-DBB3-4FEB-88D2-FD595F4772A4}" srcOrd="1" destOrd="0" presId="urn:microsoft.com/office/officeart/2016/7/layout/BasicTimeline"/>
    <dgm:cxn modelId="{7A721DCB-B72D-438E-A86C-92CE26AC55C1}" type="presParOf" srcId="{FC1F70CC-DBB3-4FEB-88D2-FD595F4772A4}" destId="{5EB29EE4-E672-42FE-B784-939302E117E4}" srcOrd="0" destOrd="0" presId="urn:microsoft.com/office/officeart/2016/7/layout/BasicTimeline"/>
    <dgm:cxn modelId="{D57613CE-BC56-48EC-9A2F-A49F13651C97}" type="presParOf" srcId="{5EB29EE4-E672-42FE-B784-939302E117E4}" destId="{EC47C319-F262-452D-A3AA-636B0CDD3083}" srcOrd="0" destOrd="0" presId="urn:microsoft.com/office/officeart/2016/7/layout/BasicTimeline"/>
    <dgm:cxn modelId="{FAFD304D-2A85-4693-A6C1-E863A9920A3B}" type="presParOf" srcId="{5EB29EE4-E672-42FE-B784-939302E117E4}" destId="{6D591BD4-A6B3-44F5-89AA-1412468CD1DF}" srcOrd="1" destOrd="0" presId="urn:microsoft.com/office/officeart/2016/7/layout/BasicTimeline"/>
    <dgm:cxn modelId="{BAFF1612-D927-48D2-BCBC-3F0E835EB9FD}" type="presParOf" srcId="{6D591BD4-A6B3-44F5-89AA-1412468CD1DF}" destId="{699D6E05-2110-40CF-A9E1-513C5874F142}" srcOrd="0" destOrd="0" presId="urn:microsoft.com/office/officeart/2016/7/layout/BasicTimeline"/>
    <dgm:cxn modelId="{A46D2AAD-54CD-4FDC-88EE-50D9B31BB296}" type="presParOf" srcId="{6D591BD4-A6B3-44F5-89AA-1412468CD1DF}" destId="{5F7216E5-CBB6-4F0D-AEC0-502B264EB261}" srcOrd="1" destOrd="0" presId="urn:microsoft.com/office/officeart/2016/7/layout/BasicTimeline"/>
    <dgm:cxn modelId="{6FFB8141-971C-49F3-BEED-5D6E3DC63674}" type="presParOf" srcId="{5EB29EE4-E672-42FE-B784-939302E117E4}" destId="{84F43E91-3923-4169-8319-03B48B626FF2}" srcOrd="2" destOrd="0" presId="urn:microsoft.com/office/officeart/2016/7/layout/BasicTimeline"/>
    <dgm:cxn modelId="{0112BDB8-96DD-4517-8C5A-F3FFBF4C94E5}" type="presParOf" srcId="{5EB29EE4-E672-42FE-B784-939302E117E4}" destId="{3A873ED9-D53F-460D-B163-AFB5B4D10D91}" srcOrd="3" destOrd="0" presId="urn:microsoft.com/office/officeart/2016/7/layout/BasicTimeline"/>
    <dgm:cxn modelId="{483A0A84-31B7-44FD-B6B3-6612E2715886}" type="presParOf" srcId="{5EB29EE4-E672-42FE-B784-939302E117E4}" destId="{483A2AE2-D88B-4241-8D3B-02042E557401}" srcOrd="4" destOrd="0" presId="urn:microsoft.com/office/officeart/2016/7/layout/BasicTimeline"/>
    <dgm:cxn modelId="{30895E4E-4607-4B22-8F2F-BB60DBCACA48}" type="presParOf" srcId="{FC1F70CC-DBB3-4FEB-88D2-FD595F4772A4}" destId="{33DB8C7D-0E2D-4DC6-BBED-1A25F10E3744}" srcOrd="1" destOrd="0" presId="urn:microsoft.com/office/officeart/2016/7/layout/BasicTimeline"/>
    <dgm:cxn modelId="{AA2717A2-A5D6-4C83-80F7-1360728CB296}" type="presParOf" srcId="{FC1F70CC-DBB3-4FEB-88D2-FD595F4772A4}" destId="{1A98146C-9120-4645-8CE0-FFC5DFDDB0AF}" srcOrd="2" destOrd="0" presId="urn:microsoft.com/office/officeart/2016/7/layout/BasicTimeline"/>
    <dgm:cxn modelId="{F6E70766-BF01-4C9E-AE87-79C364EE893B}" type="presParOf" srcId="{1A98146C-9120-4645-8CE0-FFC5DFDDB0AF}" destId="{E044750E-96CA-4C29-9512-B1C3E4ADB4BB}" srcOrd="0" destOrd="0" presId="urn:microsoft.com/office/officeart/2016/7/layout/BasicTimeline"/>
    <dgm:cxn modelId="{323761FC-4978-4ABD-9C2D-286ACFF7158D}" type="presParOf" srcId="{1A98146C-9120-4645-8CE0-FFC5DFDDB0AF}" destId="{DDA9C62A-DEC6-4A3C-B9DE-21578D9C04C0}" srcOrd="1" destOrd="0" presId="urn:microsoft.com/office/officeart/2016/7/layout/BasicTimeline"/>
    <dgm:cxn modelId="{AAE2CFE6-AE7D-4DED-B677-D74F1808D738}" type="presParOf" srcId="{DDA9C62A-DEC6-4A3C-B9DE-21578D9C04C0}" destId="{20A526D0-1FBE-4878-A446-4CDCC2332BDC}" srcOrd="0" destOrd="0" presId="urn:microsoft.com/office/officeart/2016/7/layout/BasicTimeline"/>
    <dgm:cxn modelId="{FA7BA16E-0C58-4849-8D97-0AD32929439E}" type="presParOf" srcId="{DDA9C62A-DEC6-4A3C-B9DE-21578D9C04C0}" destId="{6E332D9F-6BC8-41CF-8D10-1ED4CE825E43}" srcOrd="1" destOrd="0" presId="urn:microsoft.com/office/officeart/2016/7/layout/BasicTimeline"/>
    <dgm:cxn modelId="{2AD3678E-A2CB-446E-8718-974AD9A64E32}" type="presParOf" srcId="{1A98146C-9120-4645-8CE0-FFC5DFDDB0AF}" destId="{74DD07D9-086A-4268-AEC7-CC59B0882A52}" srcOrd="2" destOrd="0" presId="urn:microsoft.com/office/officeart/2016/7/layout/BasicTimeline"/>
    <dgm:cxn modelId="{91D19F4E-4584-4AC7-9361-C22E9B06F1F0}" type="presParOf" srcId="{1A98146C-9120-4645-8CE0-FFC5DFDDB0AF}" destId="{64A8AA80-97FE-4E36-94C1-F7E0B5ADE12B}" srcOrd="3" destOrd="0" presId="urn:microsoft.com/office/officeart/2016/7/layout/BasicTimeline"/>
    <dgm:cxn modelId="{4BD6A128-62C7-40D1-8F7E-44671D253973}" type="presParOf" srcId="{1A98146C-9120-4645-8CE0-FFC5DFDDB0AF}" destId="{3ED59300-3910-4EE4-94CB-2DADC8C66731}" srcOrd="4" destOrd="0" presId="urn:microsoft.com/office/officeart/2016/7/layout/BasicTimeline"/>
    <dgm:cxn modelId="{83D7113F-D0BE-40AB-A593-81243F93B7A9}" type="presParOf" srcId="{FC1F70CC-DBB3-4FEB-88D2-FD595F4772A4}" destId="{B00BB0D2-F378-47A8-AE5C-1AE0953469E0}" srcOrd="3" destOrd="0" presId="urn:microsoft.com/office/officeart/2016/7/layout/BasicTimeline"/>
    <dgm:cxn modelId="{6F6233E4-22B4-4828-BA62-CBF7CB386F7A}" type="presParOf" srcId="{FC1F70CC-DBB3-4FEB-88D2-FD595F4772A4}" destId="{3D0FEA26-D4A4-48EE-847B-F03F7F7FD4B3}" srcOrd="4" destOrd="0" presId="urn:microsoft.com/office/officeart/2016/7/layout/BasicTimeline"/>
    <dgm:cxn modelId="{60E59594-7D6A-40AB-A94C-542BC4C4ED35}" type="presParOf" srcId="{3D0FEA26-D4A4-48EE-847B-F03F7F7FD4B3}" destId="{9764142D-4C07-4C97-9BC9-08965C012893}" srcOrd="0" destOrd="0" presId="urn:microsoft.com/office/officeart/2016/7/layout/BasicTimeline"/>
    <dgm:cxn modelId="{43B6F0A5-84D5-4878-BEA6-DE61E01C3968}" type="presParOf" srcId="{3D0FEA26-D4A4-48EE-847B-F03F7F7FD4B3}" destId="{98C09A55-453F-4B49-BB17-D30748B0DE63}" srcOrd="1" destOrd="0" presId="urn:microsoft.com/office/officeart/2016/7/layout/BasicTimeline"/>
    <dgm:cxn modelId="{F06C91C7-CF43-455A-AE1C-C5BBD4D306CB}" type="presParOf" srcId="{98C09A55-453F-4B49-BB17-D30748B0DE63}" destId="{9914EC5E-8C6B-4E85-9079-C937166C602B}" srcOrd="0" destOrd="0" presId="urn:microsoft.com/office/officeart/2016/7/layout/BasicTimeline"/>
    <dgm:cxn modelId="{C73367B5-82AC-4E13-894D-21709110BC89}" type="presParOf" srcId="{98C09A55-453F-4B49-BB17-D30748B0DE63}" destId="{DD2E4185-D338-4ACA-A0A9-147F320E4D43}" srcOrd="1" destOrd="0" presId="urn:microsoft.com/office/officeart/2016/7/layout/BasicTimeline"/>
    <dgm:cxn modelId="{44F0A782-2715-4CCA-97C1-089469F599BA}" type="presParOf" srcId="{3D0FEA26-D4A4-48EE-847B-F03F7F7FD4B3}" destId="{93228E8D-1806-4719-983B-ED76A566A033}" srcOrd="2" destOrd="0" presId="urn:microsoft.com/office/officeart/2016/7/layout/BasicTimeline"/>
    <dgm:cxn modelId="{A4BB9F81-739E-4185-AA64-D9C397478BD6}" type="presParOf" srcId="{3D0FEA26-D4A4-48EE-847B-F03F7F7FD4B3}" destId="{5233E8C4-4B59-4A37-AB4C-F36F06D30F57}" srcOrd="3" destOrd="0" presId="urn:microsoft.com/office/officeart/2016/7/layout/BasicTimeline"/>
    <dgm:cxn modelId="{21785DA7-BEEE-4D85-9107-665E9785F105}" type="presParOf" srcId="{3D0FEA26-D4A4-48EE-847B-F03F7F7FD4B3}" destId="{AE807788-AE95-4A3C-A097-DE90C0235BDA}" srcOrd="4" destOrd="0" presId="urn:microsoft.com/office/officeart/2016/7/layout/BasicTimeline"/>
    <dgm:cxn modelId="{118056C1-92D4-4C93-93AD-06377A17584A}" type="presParOf" srcId="{FC1F70CC-DBB3-4FEB-88D2-FD595F4772A4}" destId="{DD6BE96D-DE53-4F54-8953-D379CCCE08EC}" srcOrd="5" destOrd="0" presId="urn:microsoft.com/office/officeart/2016/7/layout/BasicTimeline"/>
    <dgm:cxn modelId="{F76FA865-4C1D-4531-AA3D-B0191B78FC54}" type="presParOf" srcId="{FC1F70CC-DBB3-4FEB-88D2-FD595F4772A4}" destId="{75D032E4-FF98-4E6D-8DCE-C06A88550260}" srcOrd="6" destOrd="0" presId="urn:microsoft.com/office/officeart/2016/7/layout/BasicTimeline"/>
    <dgm:cxn modelId="{A6AA481A-B181-434F-96F2-5C9BFF6C9DC0}" type="presParOf" srcId="{75D032E4-FF98-4E6D-8DCE-C06A88550260}" destId="{0039D91E-294E-443D-BDE1-27E40078FEF9}" srcOrd="0" destOrd="0" presId="urn:microsoft.com/office/officeart/2016/7/layout/BasicTimeline"/>
    <dgm:cxn modelId="{13856A53-31CF-4A66-89E9-3B09C9B11C01}" type="presParOf" srcId="{75D032E4-FF98-4E6D-8DCE-C06A88550260}" destId="{B130BA63-CF77-4ECA-BF89-37BE7563B255}" srcOrd="1" destOrd="0" presId="urn:microsoft.com/office/officeart/2016/7/layout/BasicTimeline"/>
    <dgm:cxn modelId="{C359CA69-07CB-4A8C-A6B9-CEC17A2706CF}" type="presParOf" srcId="{B130BA63-CF77-4ECA-BF89-37BE7563B255}" destId="{325D28DB-B991-4A3D-BFE7-056082C95B36}" srcOrd="0" destOrd="0" presId="urn:microsoft.com/office/officeart/2016/7/layout/BasicTimeline"/>
    <dgm:cxn modelId="{0E0233E0-31B3-443B-A7BA-2CE461768648}" type="presParOf" srcId="{B130BA63-CF77-4ECA-BF89-37BE7563B255}" destId="{4C4D1AD7-875B-4BEE-81CC-B8A78DF68A8B}" srcOrd="1" destOrd="0" presId="urn:microsoft.com/office/officeart/2016/7/layout/BasicTimeline"/>
    <dgm:cxn modelId="{71408F53-030D-44CD-9474-8C78A47ACD45}" type="presParOf" srcId="{75D032E4-FF98-4E6D-8DCE-C06A88550260}" destId="{7DBE9B3F-ABA6-4B3B-8353-28CB079B4151}" srcOrd="2" destOrd="0" presId="urn:microsoft.com/office/officeart/2016/7/layout/BasicTimeline"/>
    <dgm:cxn modelId="{C5AF3467-6CF8-4001-BFA4-2556C626805E}" type="presParOf" srcId="{75D032E4-FF98-4E6D-8DCE-C06A88550260}" destId="{29454C5D-6337-407C-B884-4F4E528D857E}" srcOrd="3" destOrd="0" presId="urn:microsoft.com/office/officeart/2016/7/layout/BasicTimeline"/>
    <dgm:cxn modelId="{0B80D5E7-8AC8-4555-B1A5-F6EB0F4D612C}" type="presParOf" srcId="{75D032E4-FF98-4E6D-8DCE-C06A88550260}" destId="{0D8360FA-A51B-45A0-8797-82EC55D4DBE1}" srcOrd="4" destOrd="0" presId="urn:microsoft.com/office/officeart/2016/7/layout/BasicTimeline"/>
    <dgm:cxn modelId="{200808F1-A5DA-4F1C-B079-EFC113F23397}" type="presParOf" srcId="{FC1F70CC-DBB3-4FEB-88D2-FD595F4772A4}" destId="{CC63D971-4D4F-4E09-AC50-0DBB4AC75982}" srcOrd="7" destOrd="0" presId="urn:microsoft.com/office/officeart/2016/7/layout/BasicTimeline"/>
    <dgm:cxn modelId="{5A650526-CFCB-4E1A-A0F5-00E5CBD97B76}" type="presParOf" srcId="{FC1F70CC-DBB3-4FEB-88D2-FD595F4772A4}" destId="{5C67D1AC-6BA3-489B-9BF5-FF6232DEC0A1}" srcOrd="8" destOrd="0" presId="urn:microsoft.com/office/officeart/2016/7/layout/BasicTimeline"/>
    <dgm:cxn modelId="{87EED18F-5893-4F0E-8939-21B48B55EDBF}" type="presParOf" srcId="{5C67D1AC-6BA3-489B-9BF5-FF6232DEC0A1}" destId="{AD2E7CD0-128B-4841-AA4E-D4EA63202D8D}" srcOrd="0" destOrd="0" presId="urn:microsoft.com/office/officeart/2016/7/layout/BasicTimeline"/>
    <dgm:cxn modelId="{4EC75E40-D256-4B7E-86D2-E85E749EF54B}" type="presParOf" srcId="{5C67D1AC-6BA3-489B-9BF5-FF6232DEC0A1}" destId="{C4665BB8-136F-4F22-A46E-B6A394192567}" srcOrd="1" destOrd="0" presId="urn:microsoft.com/office/officeart/2016/7/layout/BasicTimeline"/>
    <dgm:cxn modelId="{C73B6B0C-F2C9-4F39-9078-FC71576EA53A}" type="presParOf" srcId="{C4665BB8-136F-4F22-A46E-B6A394192567}" destId="{E9884AEA-19BD-4EB4-BDC4-91FB658046A5}" srcOrd="0" destOrd="0" presId="urn:microsoft.com/office/officeart/2016/7/layout/BasicTimeline"/>
    <dgm:cxn modelId="{74D3CD72-5624-4AAD-A9B9-B05DADD35870}" type="presParOf" srcId="{C4665BB8-136F-4F22-A46E-B6A394192567}" destId="{6A268E83-91C0-450F-BE3B-332A0F8DCABA}" srcOrd="1" destOrd="0" presId="urn:microsoft.com/office/officeart/2016/7/layout/BasicTimeline"/>
    <dgm:cxn modelId="{7030F441-1753-4D3C-92D2-800C9160050C}" type="presParOf" srcId="{5C67D1AC-6BA3-489B-9BF5-FF6232DEC0A1}" destId="{51803514-C4EA-455F-B1B6-117158F5BBE2}" srcOrd="2" destOrd="0" presId="urn:microsoft.com/office/officeart/2016/7/layout/BasicTimeline"/>
    <dgm:cxn modelId="{D5A43090-CD9E-4CFE-AA35-1B1CF3C87838}" type="presParOf" srcId="{5C67D1AC-6BA3-489B-9BF5-FF6232DEC0A1}" destId="{A21D7A0F-D07C-4199-9415-88D9D4F8C581}" srcOrd="3" destOrd="0" presId="urn:microsoft.com/office/officeart/2016/7/layout/BasicTimeline"/>
    <dgm:cxn modelId="{514F0C57-DD4C-477A-AE69-632C4FADECE6}" type="presParOf" srcId="{5C67D1AC-6BA3-489B-9BF5-FF6232DEC0A1}" destId="{8CE65D51-CCB9-4A8E-9E76-1227EACBC2DF}" srcOrd="4" destOrd="0" presId="urn:microsoft.com/office/officeart/2016/7/layout/BasicTimeline"/>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2AE48D-DC22-4466-870D-3DE2469321A1}">
      <dsp:nvSpPr>
        <dsp:cNvPr id="0" name=""/>
        <dsp:cNvSpPr/>
      </dsp:nvSpPr>
      <dsp:spPr>
        <a:xfrm>
          <a:off x="0" y="2175669"/>
          <a:ext cx="11430000" cy="0"/>
        </a:xfrm>
        <a:prstGeom prst="line">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EC47C319-F262-452D-A3AA-636B0CDD3083}">
      <dsp:nvSpPr>
        <dsp:cNvPr id="0" name=""/>
        <dsp:cNvSpPr/>
      </dsp:nvSpPr>
      <dsp:spPr>
        <a:xfrm>
          <a:off x="186600" y="2909323"/>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b="0" kern="1200" spc="50" baseline="0" dirty="0">
            <a:solidFill>
              <a:schemeClr val="accent3"/>
            </a:solidFill>
            <a:latin typeface="+mj-lt"/>
          </a:endParaRPr>
        </a:p>
      </dsp:txBody>
      <dsp:txXfrm>
        <a:off x="186600" y="2909323"/>
        <a:ext cx="3025378" cy="491701"/>
      </dsp:txXfrm>
    </dsp:sp>
    <dsp:sp modelId="{699D6E05-2110-40CF-A9E1-513C5874F142}">
      <dsp:nvSpPr>
        <dsp:cNvPr id="0" name=""/>
        <dsp:cNvSpPr/>
      </dsp:nvSpPr>
      <dsp:spPr>
        <a:xfrm>
          <a:off x="8036" y="607011"/>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130" tIns="151130" rIns="151130" bIns="151130" numCol="1" spcCol="1270" anchor="ctr" anchorCtr="0">
          <a:noAutofit/>
        </a:bodyPr>
        <a:lstStyle/>
        <a:p>
          <a:pPr marL="0" lvl="0" indent="0" algn="ctr" defTabSz="755650">
            <a:lnSpc>
              <a:spcPct val="90000"/>
            </a:lnSpc>
            <a:spcBef>
              <a:spcPct val="0"/>
            </a:spcBef>
            <a:spcAft>
              <a:spcPct val="35000"/>
            </a:spcAft>
            <a:buNone/>
          </a:pPr>
          <a:r>
            <a:rPr lang="en-IN" sz="1700" b="0" i="0" kern="1200" dirty="0"/>
            <a:t>Image Segmentation</a:t>
          </a:r>
          <a:endParaRPr lang="en-US" sz="1700" kern="1200" dirty="0">
            <a:solidFill>
              <a:schemeClr val="tx1">
                <a:lumMod val="75000"/>
                <a:lumOff val="25000"/>
              </a:schemeClr>
            </a:solidFill>
            <a:latin typeface="+mn-lt"/>
          </a:endParaRPr>
        </a:p>
      </dsp:txBody>
      <dsp:txXfrm>
        <a:off x="44253" y="643228"/>
        <a:ext cx="3365495" cy="669469"/>
      </dsp:txXfrm>
    </dsp:sp>
    <dsp:sp modelId="{84F43E91-3923-4169-8319-03B48B626FF2}">
      <dsp:nvSpPr>
        <dsp:cNvPr id="0" name=""/>
        <dsp:cNvSpPr/>
      </dsp:nvSpPr>
      <dsp:spPr>
        <a:xfrm>
          <a:off x="1727001" y="1348914"/>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044750E-96CA-4C29-9512-B1C3E4ADB4BB}">
      <dsp:nvSpPr>
        <dsp:cNvPr id="0" name=""/>
        <dsp:cNvSpPr/>
      </dsp:nvSpPr>
      <dsp:spPr>
        <a:xfrm>
          <a:off x="2208311" y="15229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endParaRPr lang="en-US" sz="2000" b="0" kern="1200" dirty="0">
            <a:solidFill>
              <a:schemeClr val="accent3"/>
            </a:solidFill>
            <a:latin typeface="+mj-lt"/>
          </a:endParaRPr>
        </a:p>
      </dsp:txBody>
      <dsp:txXfrm>
        <a:off x="2208311" y="1522968"/>
        <a:ext cx="3025378" cy="491701"/>
      </dsp:txXfrm>
    </dsp:sp>
    <dsp:sp modelId="{3A873ED9-D53F-460D-B163-AFB5B4D10D91}">
      <dsp:nvSpPr>
        <dsp:cNvPr id="0" name=""/>
        <dsp:cNvSpPr/>
      </dsp:nvSpPr>
      <dsp:spPr>
        <a:xfrm>
          <a:off x="1694366"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A526D0-1FBE-4878-A446-4CDCC2332BDC}">
      <dsp:nvSpPr>
        <dsp:cNvPr id="0" name=""/>
        <dsp:cNvSpPr/>
      </dsp:nvSpPr>
      <dsp:spPr>
        <a:xfrm>
          <a:off x="2002035" y="3002423"/>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130" tIns="151130" rIns="151130" bIns="151130" numCol="1" spcCol="1270" anchor="ctr" anchorCtr="0">
          <a:noAutofit/>
        </a:bodyPr>
        <a:lstStyle/>
        <a:p>
          <a:pPr marL="0" lvl="0" indent="0" algn="ctr" defTabSz="755650">
            <a:lnSpc>
              <a:spcPct val="90000"/>
            </a:lnSpc>
            <a:spcBef>
              <a:spcPct val="0"/>
            </a:spcBef>
            <a:spcAft>
              <a:spcPct val="35000"/>
            </a:spcAft>
            <a:buNone/>
          </a:pPr>
          <a:r>
            <a:rPr lang="en-IN" sz="1700" b="0" i="0" kern="1200" dirty="0"/>
            <a:t>Making Training Data</a:t>
          </a:r>
          <a:endParaRPr lang="en-US" sz="1700" kern="1200" dirty="0">
            <a:solidFill>
              <a:schemeClr val="tx1">
                <a:lumMod val="75000"/>
                <a:lumOff val="25000"/>
              </a:schemeClr>
            </a:solidFill>
            <a:latin typeface="+mn-lt"/>
          </a:endParaRPr>
        </a:p>
      </dsp:txBody>
      <dsp:txXfrm>
        <a:off x="2038252" y="3038640"/>
        <a:ext cx="3365495" cy="669469"/>
      </dsp:txXfrm>
    </dsp:sp>
    <dsp:sp modelId="{74DD07D9-086A-4268-AEC7-CC59B0882A52}">
      <dsp:nvSpPr>
        <dsp:cNvPr id="0" name=""/>
        <dsp:cNvSpPr/>
      </dsp:nvSpPr>
      <dsp:spPr>
        <a:xfrm>
          <a:off x="3721000" y="2175668"/>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764142D-4C07-4C97-9BC9-08965C012893}">
      <dsp:nvSpPr>
        <dsp:cNvPr id="0" name=""/>
        <dsp:cNvSpPr/>
      </dsp:nvSpPr>
      <dsp:spPr>
        <a:xfrm>
          <a:off x="4202310" y="23366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b="0" kern="1200" dirty="0">
            <a:solidFill>
              <a:schemeClr val="accent3"/>
            </a:solidFill>
            <a:latin typeface="+mj-lt"/>
          </a:endParaRPr>
        </a:p>
      </dsp:txBody>
      <dsp:txXfrm>
        <a:off x="4202310" y="2336668"/>
        <a:ext cx="3025378" cy="491701"/>
      </dsp:txXfrm>
    </dsp:sp>
    <dsp:sp modelId="{64A8AA80-97FE-4E36-94C1-F7E0B5ADE12B}">
      <dsp:nvSpPr>
        <dsp:cNvPr id="0" name=""/>
        <dsp:cNvSpPr/>
      </dsp:nvSpPr>
      <dsp:spPr>
        <a:xfrm>
          <a:off x="3688365"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4EC5E-8C6B-4E85-9079-C937166C602B}">
      <dsp:nvSpPr>
        <dsp:cNvPr id="0" name=""/>
        <dsp:cNvSpPr/>
      </dsp:nvSpPr>
      <dsp:spPr>
        <a:xfrm>
          <a:off x="3996035" y="607011"/>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130" tIns="151130" rIns="151130" bIns="151130" numCol="1" spcCol="1270" anchor="ctr" anchorCtr="0">
          <a:noAutofit/>
        </a:bodyPr>
        <a:lstStyle/>
        <a:p>
          <a:pPr marL="0" lvl="0" indent="0" algn="ctr" defTabSz="755650">
            <a:lnSpc>
              <a:spcPct val="90000"/>
            </a:lnSpc>
            <a:spcBef>
              <a:spcPct val="0"/>
            </a:spcBef>
            <a:spcAft>
              <a:spcPct val="35000"/>
            </a:spcAft>
            <a:buNone/>
          </a:pPr>
          <a:r>
            <a:rPr lang="en-IN" sz="1700" b="0" i="0" kern="1200" dirty="0"/>
            <a:t>Making The Models</a:t>
          </a:r>
          <a:endParaRPr lang="en-US" sz="1700" kern="1200" dirty="0">
            <a:solidFill>
              <a:schemeClr val="tx1">
                <a:lumMod val="75000"/>
                <a:lumOff val="25000"/>
              </a:schemeClr>
            </a:solidFill>
            <a:latin typeface="+mn-lt"/>
          </a:endParaRPr>
        </a:p>
      </dsp:txBody>
      <dsp:txXfrm>
        <a:off x="4032252" y="643228"/>
        <a:ext cx="3365495" cy="669469"/>
      </dsp:txXfrm>
    </dsp:sp>
    <dsp:sp modelId="{93228E8D-1806-4719-983B-ED76A566A033}">
      <dsp:nvSpPr>
        <dsp:cNvPr id="0" name=""/>
        <dsp:cNvSpPr/>
      </dsp:nvSpPr>
      <dsp:spPr>
        <a:xfrm>
          <a:off x="5715000" y="1348914"/>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039D91E-294E-443D-BDE1-27E40078FEF9}">
      <dsp:nvSpPr>
        <dsp:cNvPr id="0" name=""/>
        <dsp:cNvSpPr/>
      </dsp:nvSpPr>
      <dsp:spPr>
        <a:xfrm>
          <a:off x="6196310" y="15229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endParaRPr lang="en-US" sz="2000" b="0" kern="1200" dirty="0">
            <a:solidFill>
              <a:schemeClr val="accent3"/>
            </a:solidFill>
            <a:latin typeface="+mj-lt"/>
          </a:endParaRPr>
        </a:p>
      </dsp:txBody>
      <dsp:txXfrm>
        <a:off x="6196310" y="1522968"/>
        <a:ext cx="3025378" cy="491701"/>
      </dsp:txXfrm>
    </dsp:sp>
    <dsp:sp modelId="{5233E8C4-4B59-4A37-AB4C-F36F06D30F57}">
      <dsp:nvSpPr>
        <dsp:cNvPr id="0" name=""/>
        <dsp:cNvSpPr/>
      </dsp:nvSpPr>
      <dsp:spPr>
        <a:xfrm>
          <a:off x="5682364"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5D28DB-B991-4A3D-BFE7-056082C95B36}">
      <dsp:nvSpPr>
        <dsp:cNvPr id="0" name=""/>
        <dsp:cNvSpPr/>
      </dsp:nvSpPr>
      <dsp:spPr>
        <a:xfrm>
          <a:off x="5990034" y="3002423"/>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130" tIns="151130" rIns="151130" bIns="151130" numCol="1" spcCol="1270" anchor="ctr" anchorCtr="0">
          <a:noAutofit/>
        </a:bodyPr>
        <a:lstStyle/>
        <a:p>
          <a:pPr marL="0" lvl="0" indent="0" algn="ctr" defTabSz="755650">
            <a:lnSpc>
              <a:spcPct val="90000"/>
            </a:lnSpc>
            <a:spcBef>
              <a:spcPct val="0"/>
            </a:spcBef>
            <a:spcAft>
              <a:spcPct val="35000"/>
            </a:spcAft>
            <a:buNone/>
          </a:pPr>
          <a:r>
            <a:rPr lang="en-IN" sz="1700" b="0" i="0" kern="1200" dirty="0" err="1"/>
            <a:t>Ensembling</a:t>
          </a:r>
          <a:r>
            <a:rPr lang="en-IN" sz="1700" b="0" i="0" kern="1200" dirty="0"/>
            <a:t> the Models</a:t>
          </a:r>
          <a:endParaRPr lang="en-US" sz="1700" kern="1200" dirty="0">
            <a:solidFill>
              <a:schemeClr val="tx1">
                <a:lumMod val="75000"/>
                <a:lumOff val="25000"/>
              </a:schemeClr>
            </a:solidFill>
          </a:endParaRPr>
        </a:p>
      </dsp:txBody>
      <dsp:txXfrm>
        <a:off x="6026251" y="3038640"/>
        <a:ext cx="3365495" cy="669469"/>
      </dsp:txXfrm>
    </dsp:sp>
    <dsp:sp modelId="{7DBE9B3F-ABA6-4B3B-8353-28CB079B4151}">
      <dsp:nvSpPr>
        <dsp:cNvPr id="0" name=""/>
        <dsp:cNvSpPr/>
      </dsp:nvSpPr>
      <dsp:spPr>
        <a:xfrm>
          <a:off x="7708999" y="2175668"/>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D2E7CD0-128B-4841-AA4E-D4EA63202D8D}">
      <dsp:nvSpPr>
        <dsp:cNvPr id="0" name=""/>
        <dsp:cNvSpPr/>
      </dsp:nvSpPr>
      <dsp:spPr>
        <a:xfrm>
          <a:off x="8190309" y="23366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b="0" kern="1200" dirty="0">
            <a:solidFill>
              <a:schemeClr val="accent3"/>
            </a:solidFill>
            <a:latin typeface="+mj-lt"/>
          </a:endParaRPr>
        </a:p>
      </dsp:txBody>
      <dsp:txXfrm>
        <a:off x="8190309" y="2336668"/>
        <a:ext cx="3025378" cy="491701"/>
      </dsp:txXfrm>
    </dsp:sp>
    <dsp:sp modelId="{29454C5D-6337-407C-B884-4F4E528D857E}">
      <dsp:nvSpPr>
        <dsp:cNvPr id="0" name=""/>
        <dsp:cNvSpPr/>
      </dsp:nvSpPr>
      <dsp:spPr>
        <a:xfrm>
          <a:off x="7676364"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884AEA-19BD-4EB4-BDC4-91FB658046A5}">
      <dsp:nvSpPr>
        <dsp:cNvPr id="0" name=""/>
        <dsp:cNvSpPr/>
      </dsp:nvSpPr>
      <dsp:spPr>
        <a:xfrm>
          <a:off x="7984033" y="607011"/>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130" tIns="151130" rIns="151130" bIns="151130" numCol="1" spcCol="1270" anchor="ctr" anchorCtr="0">
          <a:noAutofit/>
        </a:bodyPr>
        <a:lstStyle/>
        <a:p>
          <a:pPr marL="0" lvl="0" indent="0" algn="ctr" defTabSz="755650">
            <a:lnSpc>
              <a:spcPct val="90000"/>
            </a:lnSpc>
            <a:spcBef>
              <a:spcPct val="0"/>
            </a:spcBef>
            <a:spcAft>
              <a:spcPct val="35000"/>
            </a:spcAft>
            <a:buNone/>
          </a:pPr>
          <a:r>
            <a:rPr lang="en-IN" sz="1700" b="0" i="0" kern="1200" dirty="0"/>
            <a:t>Predicting Classes</a:t>
          </a:r>
          <a:endParaRPr lang="en-US" sz="1700" kern="1200" dirty="0">
            <a:solidFill>
              <a:schemeClr val="tx1">
                <a:lumMod val="75000"/>
                <a:lumOff val="25000"/>
              </a:schemeClr>
            </a:solidFill>
            <a:latin typeface="+mn-lt"/>
          </a:endParaRPr>
        </a:p>
      </dsp:txBody>
      <dsp:txXfrm>
        <a:off x="8020250" y="643228"/>
        <a:ext cx="3365495" cy="669469"/>
      </dsp:txXfrm>
    </dsp:sp>
    <dsp:sp modelId="{51803514-C4EA-455F-B1B6-117158F5BBE2}">
      <dsp:nvSpPr>
        <dsp:cNvPr id="0" name=""/>
        <dsp:cNvSpPr/>
      </dsp:nvSpPr>
      <dsp:spPr>
        <a:xfrm>
          <a:off x="9702998" y="1348914"/>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21D7A0F-D07C-4199-9415-88D9D4F8C581}">
      <dsp:nvSpPr>
        <dsp:cNvPr id="0" name=""/>
        <dsp:cNvSpPr/>
      </dsp:nvSpPr>
      <dsp:spPr>
        <a:xfrm>
          <a:off x="9670363"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7FD71-DE7D-47EA-BD5F-935596C85A92}" type="datetimeFigureOut">
              <a:rPr lang="en-US" smtClean="0"/>
              <a:t>10/11/2026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89DD0-1E8D-4B61-ADE9-B87318B81BF8}" type="slidenum">
              <a:rPr lang="en-US" smtClean="0"/>
              <a:t>‹#›</a:t>
            </a:fld>
            <a:endParaRPr lang="en-US" dirty="0"/>
          </a:p>
        </p:txBody>
      </p:sp>
    </p:spTree>
    <p:extLst>
      <p:ext uri="{BB962C8B-B14F-4D97-AF65-F5344CB8AC3E}">
        <p14:creationId xmlns:p14="http://schemas.microsoft.com/office/powerpoint/2010/main" val="231853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BFCF00E-A935-D68D-A219-235139E2C0BC}"/>
              </a:ext>
            </a:extLst>
          </p:cNvPr>
          <p:cNvSpPr txBox="1">
            <a:spLocks noGrp="1"/>
          </p:cNvSpPr>
          <p:nvPr>
            <p:ph type="sldNum" sz="quarter" idx="5"/>
          </p:nvPr>
        </p:nvSpPr>
        <p:spPr>
          <a:ln/>
        </p:spPr>
        <p:txBody>
          <a:bodyPr vert="horz" lIns="0" tIns="0" rIns="0" bIns="0" anchor="b" anchorCtr="0">
            <a:noAutofit/>
          </a:bodyPr>
          <a:lstStyle/>
          <a:p>
            <a:pPr lvl="0"/>
            <a:fld id="{3854355F-400D-4705-9A44-14D3434030C5}" type="slidenum">
              <a:t>1</a:t>
            </a:fld>
            <a:endParaRPr lang="en-US"/>
          </a:p>
        </p:txBody>
      </p:sp>
      <p:sp>
        <p:nvSpPr>
          <p:cNvPr id="2" name="Slide Image Placeholder 1">
            <a:extLst>
              <a:ext uri="{FF2B5EF4-FFF2-40B4-BE49-F238E27FC236}">
                <a16:creationId xmlns:a16="http://schemas.microsoft.com/office/drawing/2014/main" id="{133CA570-9B2C-55B0-688F-A8A2BEACBE0F}"/>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34540D-E3EE-EF97-113B-6063C25EFD39}"/>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CEAB3CA-2039-CEF6-A099-5806AE8B9133}"/>
              </a:ext>
            </a:extLst>
          </p:cNvPr>
          <p:cNvSpPr txBox="1">
            <a:spLocks noGrp="1"/>
          </p:cNvSpPr>
          <p:nvPr>
            <p:ph type="sldNum" sz="quarter" idx="5"/>
          </p:nvPr>
        </p:nvSpPr>
        <p:spPr>
          <a:ln/>
        </p:spPr>
        <p:txBody>
          <a:bodyPr vert="horz" lIns="0" tIns="0" rIns="0" bIns="0" anchor="b" anchorCtr="0">
            <a:noAutofit/>
          </a:bodyPr>
          <a:lstStyle/>
          <a:p>
            <a:pPr lvl="0"/>
            <a:fld id="{D94D73F5-7910-4548-84EC-536A2E2D3CB6}" type="slidenum">
              <a:t>2</a:t>
            </a:fld>
            <a:endParaRPr lang="en-US"/>
          </a:p>
        </p:txBody>
      </p:sp>
      <p:sp>
        <p:nvSpPr>
          <p:cNvPr id="2" name="Slide Image Placeholder 1">
            <a:extLst>
              <a:ext uri="{FF2B5EF4-FFF2-40B4-BE49-F238E27FC236}">
                <a16:creationId xmlns:a16="http://schemas.microsoft.com/office/drawing/2014/main" id="{533366F5-E18E-1230-47B8-E372AB79F58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FE0241B-7EBB-3E9D-A58B-5402242BAD6F}"/>
              </a:ext>
            </a:extLst>
          </p:cNvPr>
          <p:cNvSpPr txBox="1">
            <a:spLocks noGrp="1"/>
          </p:cNvSpPr>
          <p:nvPr>
            <p:ph type="body" sz="quarter" idx="1"/>
          </p:nvPr>
        </p:nvSpPr>
        <p:spPr/>
        <p:txBody>
          <a:bodyPr vert="horz"/>
          <a:lstStyle/>
          <a:p>
            <a:pPr rtl="0"/>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458724" y="411480"/>
            <a:ext cx="11274552" cy="603504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458724" y="3236493"/>
            <a:ext cx="5149596" cy="1448385"/>
          </a:xfrm>
          <a:solidFill>
            <a:schemeClr val="bg1">
              <a:alpha val="80000"/>
            </a:schemeClr>
          </a:solidFill>
        </p:spPr>
        <p:txBody>
          <a:bodyPr lIns="502920" bIns="137160" anchor="b">
            <a:normAutofit/>
          </a:bodyPr>
          <a:lstStyle>
            <a:lvl1pPr algn="l">
              <a:defRPr sz="3600">
                <a:solidFill>
                  <a:schemeClr val="bg2">
                    <a:lumMod val="50000"/>
                  </a:schemeClr>
                </a:solidFill>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8724" y="4684879"/>
            <a:ext cx="5149596" cy="524794"/>
          </a:xfrm>
          <a:solidFill>
            <a:schemeClr val="bg1">
              <a:alpha val="80000"/>
            </a:schemeClr>
          </a:solidFill>
        </p:spPr>
        <p:txBody>
          <a:bodyPr lIns="502920">
            <a:normAutofit/>
          </a:bodyPr>
          <a:lstStyle>
            <a:lvl1pPr marL="0" indent="0" algn="l">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6C8C1-E81C-436D-A310-A71CAAE33A17}"/>
              </a:ext>
              <a:ext uri="{C183D7F6-B498-43B3-948B-1728B52AA6E4}">
                <adec:decorative xmlns:adec="http://schemas.microsoft.com/office/drawing/2017/decorative" val="1"/>
              </a:ext>
            </a:extLst>
          </p:cNvPr>
          <p:cNvSpPr/>
          <p:nvPr userDrawn="1"/>
        </p:nvSpPr>
        <p:spPr>
          <a:xfrm>
            <a:off x="6286500" y="946404"/>
            <a:ext cx="5486400" cy="4965192"/>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199" y="2103120"/>
            <a:ext cx="3848101" cy="1325563"/>
          </a:xfrm>
        </p:spPr>
        <p:txBody>
          <a:bodyPr anchor="b" anchorCtr="0">
            <a:normAutofit/>
          </a:bodyPr>
          <a:lstStyle>
            <a:lvl1pPr>
              <a:defRPr sz="3600">
                <a:solidFill>
                  <a:schemeClr val="bg2">
                    <a:lumMod val="50000"/>
                  </a:schemeClr>
                </a:solidFill>
              </a:defRPr>
            </a:lvl1pPr>
          </a:lstStyle>
          <a:p>
            <a:r>
              <a:rPr lang="en-US" dirty="0"/>
              <a:t>CLICK TO ADD TITLE</a:t>
            </a:r>
          </a:p>
        </p:txBody>
      </p:sp>
      <p:sp>
        <p:nvSpPr>
          <p:cNvPr id="13" name="Picture Placeholder 12">
            <a:extLst>
              <a:ext uri="{FF2B5EF4-FFF2-40B4-BE49-F238E27FC236}">
                <a16:creationId xmlns:a16="http://schemas.microsoft.com/office/drawing/2014/main" id="{428B1CE2-91FA-4E2B-8543-3B0F79B4801D}"/>
              </a:ext>
            </a:extLst>
          </p:cNvPr>
          <p:cNvSpPr>
            <a:spLocks noGrp="1"/>
          </p:cNvSpPr>
          <p:nvPr>
            <p:ph type="pic" sz="quarter" idx="15"/>
          </p:nvPr>
        </p:nvSpPr>
        <p:spPr>
          <a:xfrm>
            <a:off x="4697421" y="1600200"/>
            <a:ext cx="2743199" cy="3657600"/>
          </a:xfrm>
          <a:solidFill>
            <a:schemeClr val="accent1"/>
          </a:solidFill>
        </p:spPr>
        <p:txBody>
          <a:bodyPr/>
          <a:lstStyle/>
          <a:p>
            <a:r>
              <a:rPr lang="en-US"/>
              <a:t>Click icon to add picture</a:t>
            </a:r>
            <a:endParaRPr lang="en-US" dirty="0"/>
          </a:p>
        </p:txBody>
      </p:sp>
      <p:sp>
        <p:nvSpPr>
          <p:cNvPr id="10" name="Text Placeholder 6">
            <a:extLst>
              <a:ext uri="{FF2B5EF4-FFF2-40B4-BE49-F238E27FC236}">
                <a16:creationId xmlns:a16="http://schemas.microsoft.com/office/drawing/2014/main" id="{0F7B6DF9-E76A-44ED-B84C-1391CD5D5592}"/>
              </a:ext>
            </a:extLst>
          </p:cNvPr>
          <p:cNvSpPr>
            <a:spLocks noGrp="1"/>
          </p:cNvSpPr>
          <p:nvPr>
            <p:ph type="body" sz="quarter" idx="16"/>
          </p:nvPr>
        </p:nvSpPr>
        <p:spPr>
          <a:xfrm>
            <a:off x="8312614" y="1893262"/>
            <a:ext cx="2743200" cy="3071477"/>
          </a:xfrm>
        </p:spPr>
        <p:txBody>
          <a:bodyPr anchor="ctr" anchorCtr="0">
            <a:normAutofit/>
          </a:bodyPr>
          <a:lstStyle>
            <a:lvl1pPr marL="285750" indent="-285750">
              <a:lnSpc>
                <a:spcPct val="100000"/>
              </a:lnSpc>
              <a:buFont typeface="Arial" panose="020B0604020202020204" pitchFamily="34" charset="0"/>
              <a:buChar char="•"/>
              <a:defRPr sz="1800">
                <a:solidFill>
                  <a:schemeClr val="tx1">
                    <a:lumMod val="75000"/>
                    <a:lumOff val="25000"/>
                  </a:schemeClr>
                </a:solidFill>
              </a:defRPr>
            </a:lvl1pPr>
            <a:lvl2pPr marL="742950" indent="-285750">
              <a:lnSpc>
                <a:spcPct val="100000"/>
              </a:lnSpc>
              <a:buFont typeface="Arial" panose="020B0604020202020204" pitchFamily="34" charset="0"/>
              <a:buChar char="•"/>
              <a:defRPr sz="2000"/>
            </a:lvl2pPr>
            <a:lvl3pPr marL="1200150" indent="-285750">
              <a:lnSpc>
                <a:spcPct val="100000"/>
              </a:lnSpc>
              <a:buFont typeface="Arial" panose="020B0604020202020204" pitchFamily="34" charset="0"/>
              <a:buChar char="•"/>
              <a:defRPr sz="2000"/>
            </a:lvl3pPr>
            <a:lvl4pPr marL="1657350" indent="-285750">
              <a:lnSpc>
                <a:spcPct val="100000"/>
              </a:lnSpc>
              <a:buFont typeface="Arial" panose="020B0604020202020204" pitchFamily="34" charset="0"/>
              <a:buChar char="•"/>
              <a:defRPr sz="2000"/>
            </a:lvl4pPr>
            <a:lvl5pPr marL="2114550" indent="-285750">
              <a:lnSpc>
                <a:spcPct val="100000"/>
              </a:lnSpc>
              <a:buFont typeface="Arial" panose="020B0604020202020204" pitchFamily="34" charset="0"/>
              <a:buChar char="•"/>
              <a:defRPr sz="2000"/>
            </a:lvl5pPr>
          </a:lstStyle>
          <a:p>
            <a:pPr lvl="0"/>
            <a:r>
              <a:rPr lang="en-US"/>
              <a:t>Click to edit Master text styles</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7" name="Freeform: Shape 6">
            <a:extLst>
              <a:ext uri="{FF2B5EF4-FFF2-40B4-BE49-F238E27FC236}">
                <a16:creationId xmlns:a16="http://schemas.microsoft.com/office/drawing/2014/main" id="{4ECB9306-A7FD-4B22-8E8A-E0B8D7862BCE}"/>
              </a:ext>
              <a:ext uri="{C183D7F6-B498-43B3-948B-1728B52AA6E4}">
                <adec:decorative xmlns:adec="http://schemas.microsoft.com/office/drawing/2017/decorative" val="1"/>
              </a:ext>
            </a:extLst>
          </p:cNvPr>
          <p:cNvSpPr/>
          <p:nvPr userDrawn="1"/>
        </p:nvSpPr>
        <p:spPr>
          <a:xfrm rot="13547565" flipH="1">
            <a:off x="624728" y="3747150"/>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2255385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6312583" y="2102720"/>
            <a:ext cx="5422217" cy="1325563"/>
          </a:xfrm>
        </p:spPr>
        <p:txBody>
          <a:bodyPr anchor="b" anchorCtr="0">
            <a:normAutofit/>
          </a:bodyPr>
          <a:lstStyle>
            <a:lvl1pPr>
              <a:defRPr sz="3600">
                <a:solidFill>
                  <a:schemeClr val="bg2">
                    <a:lumMod val="50000"/>
                  </a:schemeClr>
                </a:solidFill>
              </a:defRPr>
            </a:lvl1pPr>
          </a:lstStyle>
          <a:p>
            <a:r>
              <a:rPr lang="en-US" dirty="0"/>
              <a:t>CLICK TO ADD TITLE</a:t>
            </a:r>
          </a:p>
        </p:txBody>
      </p:sp>
      <p:sp>
        <p:nvSpPr>
          <p:cNvPr id="13" name="Picture Placeholder 12">
            <a:extLst>
              <a:ext uri="{FF2B5EF4-FFF2-40B4-BE49-F238E27FC236}">
                <a16:creationId xmlns:a16="http://schemas.microsoft.com/office/drawing/2014/main" id="{428B1CE2-91FA-4E2B-8543-3B0F79B4801D}"/>
              </a:ext>
            </a:extLst>
          </p:cNvPr>
          <p:cNvSpPr>
            <a:spLocks noGrp="1"/>
          </p:cNvSpPr>
          <p:nvPr>
            <p:ph type="pic" sz="quarter" idx="15"/>
          </p:nvPr>
        </p:nvSpPr>
        <p:spPr>
          <a:xfrm>
            <a:off x="457200" y="1143000"/>
            <a:ext cx="5486400" cy="4572000"/>
          </a:xfrm>
          <a:solidFill>
            <a:schemeClr val="accent1"/>
          </a:solidFill>
        </p:spPr>
        <p:txBody>
          <a:bodyPr/>
          <a:lstStyle/>
          <a:p>
            <a:r>
              <a:rPr lang="en-US"/>
              <a:t>Click icon to add picture</a:t>
            </a:r>
            <a:endParaRPr lang="en-US" dirty="0"/>
          </a:p>
        </p:txBody>
      </p:sp>
      <p:sp>
        <p:nvSpPr>
          <p:cNvPr id="7" name="Text Placeholder 6">
            <a:extLst>
              <a:ext uri="{FF2B5EF4-FFF2-40B4-BE49-F238E27FC236}">
                <a16:creationId xmlns:a16="http://schemas.microsoft.com/office/drawing/2014/main" id="{24C2C3F7-8611-4C35-8251-0FD61D72D6B9}"/>
              </a:ext>
            </a:extLst>
          </p:cNvPr>
          <p:cNvSpPr>
            <a:spLocks noGrp="1"/>
          </p:cNvSpPr>
          <p:nvPr>
            <p:ph type="body" sz="quarter" idx="13"/>
          </p:nvPr>
        </p:nvSpPr>
        <p:spPr>
          <a:xfrm>
            <a:off x="6309360" y="3500407"/>
            <a:ext cx="4572000" cy="1888373"/>
          </a:xfrm>
        </p:spPr>
        <p:txBody>
          <a:bodyPr>
            <a:normAutofit/>
          </a:bodyPr>
          <a:lstStyle>
            <a:lvl1pPr marL="0" indent="0">
              <a:lnSpc>
                <a:spcPts val="2400"/>
              </a:lnSpc>
              <a:buFont typeface="Arial" panose="020B0604020202020204" pitchFamily="34" charset="0"/>
              <a:buNone/>
              <a:defRPr sz="1400" spc="30" baseline="0">
                <a:solidFill>
                  <a:schemeClr val="bg2">
                    <a:lumMod val="50000"/>
                  </a:schemeClr>
                </a:solidFill>
              </a:defRPr>
            </a:lvl1pPr>
            <a:lvl2pPr marL="457200" indent="0">
              <a:lnSpc>
                <a:spcPts val="2400"/>
              </a:lnSpc>
              <a:buFont typeface="Arial" panose="020B0604020202020204" pitchFamily="34" charset="0"/>
              <a:buNone/>
              <a:defRPr sz="1400" spc="30" baseline="0">
                <a:solidFill>
                  <a:schemeClr val="bg2">
                    <a:lumMod val="50000"/>
                  </a:schemeClr>
                </a:solidFill>
              </a:defRPr>
            </a:lvl2pPr>
            <a:lvl3pPr marL="914400" indent="0">
              <a:lnSpc>
                <a:spcPts val="2400"/>
              </a:lnSpc>
              <a:buFont typeface="Arial" panose="020B0604020202020204" pitchFamily="34" charset="0"/>
              <a:buNone/>
              <a:defRPr sz="1400" spc="30" baseline="0">
                <a:solidFill>
                  <a:schemeClr val="bg2">
                    <a:lumMod val="50000"/>
                  </a:schemeClr>
                </a:solidFill>
              </a:defRPr>
            </a:lvl3pPr>
            <a:lvl4pPr marL="1371600" indent="0">
              <a:lnSpc>
                <a:spcPts val="2400"/>
              </a:lnSpc>
              <a:buFont typeface="Arial" panose="020B0604020202020204" pitchFamily="34" charset="0"/>
              <a:buNone/>
              <a:defRPr sz="1400" spc="30" baseline="0">
                <a:solidFill>
                  <a:schemeClr val="bg2">
                    <a:lumMod val="50000"/>
                  </a:schemeClr>
                </a:solidFill>
              </a:defRPr>
            </a:lvl4pPr>
            <a:lvl5pPr marL="1828800" indent="0">
              <a:lnSpc>
                <a:spcPts val="2400"/>
              </a:lnSpc>
              <a:buFont typeface="Arial" panose="020B0604020202020204" pitchFamily="34" charset="0"/>
              <a:buNone/>
              <a:defRPr sz="1400" spc="30" baseline="0">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13965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1524" y="-2"/>
            <a:ext cx="12188952" cy="4572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524000" y="4667250"/>
            <a:ext cx="9144000" cy="1212182"/>
          </a:xfrm>
        </p:spPr>
        <p:txBody>
          <a:bodyPr anchor="b">
            <a:normAutofit/>
          </a:bodyPr>
          <a:lstStyle>
            <a:lvl1pPr algn="ctr">
              <a:defRPr sz="3600">
                <a:solidFill>
                  <a:schemeClr val="bg2">
                    <a:lumMod val="50000"/>
                  </a:schemeClr>
                </a:solidFill>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5971507"/>
            <a:ext cx="9144000" cy="524794"/>
          </a:xfrm>
        </p:spPr>
        <p:txBody>
          <a:bodyPr>
            <a:normAutofit/>
          </a:bodyPr>
          <a:lstStyle>
            <a:lvl1pPr marL="0" indent="0" algn="ctr">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4936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51338"/>
          </a:xfrm>
        </p:spPr>
        <p:txBody>
          <a:bodyPr/>
          <a:lstStyle>
            <a:lvl1pPr>
              <a:defRPr>
                <a:solidFill>
                  <a:schemeClr val="bg2">
                    <a:lumMod val="50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2">
            <a:extLst>
              <a:ext uri="{FF2B5EF4-FFF2-40B4-BE49-F238E27FC236}">
                <a16:creationId xmlns:a16="http://schemas.microsoft.com/office/drawing/2014/main" id="{842BA18D-167B-42CD-8DD5-844A20873AAA}"/>
              </a:ext>
            </a:extLst>
          </p:cNvPr>
          <p:cNvSpPr>
            <a:spLocks noGrp="1"/>
          </p:cNvSpPr>
          <p:nvPr>
            <p:ph type="dt" sz="half" idx="10"/>
          </p:nvPr>
        </p:nvSpPr>
        <p:spPr>
          <a:xfrm>
            <a:off x="457200" y="6356350"/>
            <a:ext cx="2743200" cy="365125"/>
          </a:xfrm>
        </p:spPr>
        <p:txBody>
          <a:bodyPr/>
          <a:lstStyle/>
          <a:p>
            <a:r>
              <a:rPr lang="en-US"/>
              <a:t>20XX</a:t>
            </a:r>
            <a:endParaRPr lang="en-US" dirty="0"/>
          </a:p>
        </p:txBody>
      </p:sp>
      <p:sp>
        <p:nvSpPr>
          <p:cNvPr id="7" name="Footer Placeholder 3">
            <a:extLst>
              <a:ext uri="{FF2B5EF4-FFF2-40B4-BE49-F238E27FC236}">
                <a16:creationId xmlns:a16="http://schemas.microsoft.com/office/drawing/2014/main" id="{519A9BF1-35FD-4BDE-9C59-E08CB7A7078D}"/>
              </a:ext>
            </a:extLst>
          </p:cNvPr>
          <p:cNvSpPr>
            <a:spLocks noGrp="1"/>
          </p:cNvSpPr>
          <p:nvPr>
            <p:ph type="ftr" sz="quarter" idx="11"/>
          </p:nvPr>
        </p:nvSpPr>
        <p:spPr>
          <a:xfrm>
            <a:off x="4038600" y="6356350"/>
            <a:ext cx="4114800" cy="365125"/>
          </a:xfrm>
        </p:spPr>
        <p:txBody>
          <a:bodyPr/>
          <a:lstStyle/>
          <a:p>
            <a:r>
              <a:rPr lang="en-US"/>
              <a:t>Presentation title</a:t>
            </a:r>
            <a:endParaRPr lang="en-US" dirty="0"/>
          </a:p>
        </p:txBody>
      </p:sp>
      <p:sp>
        <p:nvSpPr>
          <p:cNvPr id="8" name="Slide Number Placeholder 4">
            <a:extLst>
              <a:ext uri="{FF2B5EF4-FFF2-40B4-BE49-F238E27FC236}">
                <a16:creationId xmlns:a16="http://schemas.microsoft.com/office/drawing/2014/main" id="{F02A2A47-BED9-43DF-8914-AD1EB274F523}"/>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5820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DFBA353-19B1-4A04-A7EE-345F93C189D4}"/>
              </a:ext>
            </a:extLst>
          </p:cNvPr>
          <p:cNvSpPr>
            <a:spLocks noGrp="1"/>
          </p:cNvSpPr>
          <p:nvPr>
            <p:ph type="pic" sz="quarter" idx="13"/>
          </p:nvPr>
        </p:nvSpPr>
        <p:spPr>
          <a:xfrm>
            <a:off x="6232491" y="946404"/>
            <a:ext cx="5486400" cy="4965192"/>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DC4857A-B6DC-4F0A-AD6B-243F6C085554}"/>
              </a:ext>
            </a:extLst>
          </p:cNvPr>
          <p:cNvSpPr>
            <a:spLocks noGrp="1"/>
          </p:cNvSpPr>
          <p:nvPr>
            <p:ph type="title" hasCustomPrompt="1"/>
          </p:nvPr>
        </p:nvSpPr>
        <p:spPr>
          <a:xfrm>
            <a:off x="473109" y="2386584"/>
            <a:ext cx="4315968" cy="2084832"/>
          </a:xfrm>
        </p:spPr>
        <p:txBody>
          <a:bodyPr anchor="t">
            <a:normAutofit/>
          </a:bodyPr>
          <a:lstStyle>
            <a:lvl1pPr>
              <a:defRPr sz="3400" spc="0" baseline="0">
                <a:solidFill>
                  <a:schemeClr val="bg2">
                    <a:lumMod val="75000"/>
                  </a:schemeClr>
                </a:solidFill>
              </a:defRPr>
            </a:lvl1pPr>
          </a:lstStyle>
          <a:p>
            <a:r>
              <a:rPr lang="en-US" dirty="0"/>
              <a:t>Click to add title</a:t>
            </a:r>
          </a:p>
        </p:txBody>
      </p:sp>
      <p:sp>
        <p:nvSpPr>
          <p:cNvPr id="13" name="Text Placeholder 6">
            <a:extLst>
              <a:ext uri="{FF2B5EF4-FFF2-40B4-BE49-F238E27FC236}">
                <a16:creationId xmlns:a16="http://schemas.microsoft.com/office/drawing/2014/main" id="{D8717D35-8E1B-4C94-BA72-91D4DCA6576C}"/>
              </a:ext>
            </a:extLst>
          </p:cNvPr>
          <p:cNvSpPr>
            <a:spLocks noGrp="1"/>
          </p:cNvSpPr>
          <p:nvPr>
            <p:ph type="body" sz="quarter" idx="15" hasCustomPrompt="1"/>
          </p:nvPr>
        </p:nvSpPr>
        <p:spPr>
          <a:xfrm>
            <a:off x="457200" y="4471416"/>
            <a:ext cx="3584448" cy="637674"/>
          </a:xfrm>
        </p:spPr>
        <p:txBody>
          <a:bodyPr anchor="ctr" anchorCtr="0">
            <a:normAutofit/>
          </a:bodyPr>
          <a:lstStyle>
            <a:lvl1pPr marL="0" indent="0">
              <a:lnSpc>
                <a:spcPct val="100000"/>
              </a:lnSpc>
              <a:buFont typeface="Arial" panose="020B0604020202020204" pitchFamily="34" charset="0"/>
              <a:buNone/>
              <a:defRPr sz="1600" spc="100" baseline="0">
                <a:solidFill>
                  <a:schemeClr val="bg2">
                    <a:lumMod val="50000"/>
                  </a:schemeClr>
                </a:solidFill>
                <a:latin typeface="+mn-lt"/>
              </a:defRPr>
            </a:lvl1pPr>
            <a:lvl2pPr marL="457200" indent="0">
              <a:lnSpc>
                <a:spcPct val="100000"/>
              </a:lnSpc>
              <a:buFont typeface="Arial" panose="020B0604020202020204" pitchFamily="34" charset="0"/>
              <a:buNone/>
              <a:defRPr sz="2000">
                <a:latin typeface="+mj-lt"/>
              </a:defRPr>
            </a:lvl2pPr>
            <a:lvl3pPr marL="914400" indent="0">
              <a:lnSpc>
                <a:spcPct val="100000"/>
              </a:lnSpc>
              <a:buFont typeface="Arial" panose="020B0604020202020204" pitchFamily="34" charset="0"/>
              <a:buNone/>
              <a:defRPr sz="2000">
                <a:latin typeface="+mj-lt"/>
              </a:defRPr>
            </a:lvl3pPr>
            <a:lvl4pPr marL="1371600" indent="0">
              <a:lnSpc>
                <a:spcPct val="100000"/>
              </a:lnSpc>
              <a:buFont typeface="Arial" panose="020B0604020202020204" pitchFamily="34" charset="0"/>
              <a:buNone/>
              <a:defRPr sz="2000">
                <a:latin typeface="+mj-lt"/>
              </a:defRPr>
            </a:lvl4pPr>
            <a:lvl5pPr marL="1828800" indent="0">
              <a:lnSpc>
                <a:spcPct val="100000"/>
              </a:lnSpc>
              <a:buFont typeface="Arial" panose="020B0604020202020204" pitchFamily="34" charset="0"/>
              <a:buNone/>
              <a:defRPr sz="2000">
                <a:latin typeface="+mj-lt"/>
              </a:defRPr>
            </a:lvl5pPr>
          </a:lstStyle>
          <a:p>
            <a:pPr lvl="0"/>
            <a:r>
              <a:rPr lang="en-US" dirty="0"/>
              <a:t>CLICK TO EDIT MASTER TEXT STYLES</a:t>
            </a:r>
          </a:p>
        </p:txBody>
      </p:sp>
      <p:sp>
        <p:nvSpPr>
          <p:cNvPr id="11" name="Picture Placeholder 9">
            <a:extLst>
              <a:ext uri="{FF2B5EF4-FFF2-40B4-BE49-F238E27FC236}">
                <a16:creationId xmlns:a16="http://schemas.microsoft.com/office/drawing/2014/main" id="{F15B60AE-D6AB-472C-8342-2A3EB53493C8}"/>
              </a:ext>
            </a:extLst>
          </p:cNvPr>
          <p:cNvSpPr>
            <a:spLocks noGrp="1"/>
          </p:cNvSpPr>
          <p:nvPr>
            <p:ph type="pic" sz="quarter" idx="14"/>
          </p:nvPr>
        </p:nvSpPr>
        <p:spPr>
          <a:xfrm>
            <a:off x="5093208" y="1600200"/>
            <a:ext cx="2286000" cy="3657600"/>
          </a:xfrm>
          <a:solidFill>
            <a:schemeClr val="accent1"/>
          </a:solidFill>
        </p:spPr>
        <p:txBody>
          <a:bodyPr/>
          <a:lstStyle/>
          <a:p>
            <a:r>
              <a:rPr lang="en-US"/>
              <a:t>Click icon to add picture</a:t>
            </a:r>
            <a:endParaRPr lang="en-US" dirty="0"/>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9" name="Freeform: Shape 8">
            <a:extLst>
              <a:ext uri="{FF2B5EF4-FFF2-40B4-BE49-F238E27FC236}">
                <a16:creationId xmlns:a16="http://schemas.microsoft.com/office/drawing/2014/main" id="{FBB5B262-532A-4EE4-98E7-0EB6A8C56003}"/>
              </a:ext>
              <a:ext uri="{C183D7F6-B498-43B3-948B-1728B52AA6E4}">
                <adec:decorative xmlns:adec="http://schemas.microsoft.com/office/drawing/2017/decorative" val="1"/>
              </a:ext>
            </a:extLst>
          </p:cNvPr>
          <p:cNvSpPr/>
          <p:nvPr userDrawn="1"/>
        </p:nvSpPr>
        <p:spPr>
          <a:xfrm rot="13547565" flipH="1">
            <a:off x="1727251" y="114592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200" y="381000"/>
            <a:ext cx="11277600" cy="1325563"/>
          </a:xfrm>
        </p:spPr>
        <p:txBody>
          <a:bodyPr>
            <a:normAutofit/>
          </a:bodyPr>
          <a:lstStyle>
            <a:lvl1pPr>
              <a:defRPr sz="3600">
                <a:solidFill>
                  <a:schemeClr val="bg2">
                    <a:lumMod val="50000"/>
                  </a:schemeClr>
                </a:solidFill>
              </a:defRPr>
            </a:lvl1pPr>
          </a:lstStyle>
          <a:p>
            <a:r>
              <a:rPr lang="en-US" dirty="0"/>
              <a:t>CLICK TO ADD TITLE</a:t>
            </a:r>
          </a:p>
        </p:txBody>
      </p:sp>
      <p:sp>
        <p:nvSpPr>
          <p:cNvPr id="7" name="Picture Placeholder 6">
            <a:extLst>
              <a:ext uri="{FF2B5EF4-FFF2-40B4-BE49-F238E27FC236}">
                <a16:creationId xmlns:a16="http://schemas.microsoft.com/office/drawing/2014/main" id="{FB0F91E1-53D9-4A2A-923E-0CB7755188AD}"/>
              </a:ext>
            </a:extLst>
          </p:cNvPr>
          <p:cNvSpPr>
            <a:spLocks noGrp="1"/>
          </p:cNvSpPr>
          <p:nvPr>
            <p:ph type="pic" sz="quarter" idx="13"/>
          </p:nvPr>
        </p:nvSpPr>
        <p:spPr>
          <a:xfrm>
            <a:off x="457200" y="1806318"/>
            <a:ext cx="2286000" cy="3200400"/>
          </a:xfrm>
          <a:solidFill>
            <a:schemeClr val="accent2"/>
          </a:solidFill>
        </p:spPr>
        <p:txBody>
          <a:bodyPr/>
          <a:lstStyle/>
          <a:p>
            <a:r>
              <a:rPr lang="en-US"/>
              <a:t>Click icon to add picture</a:t>
            </a:r>
            <a:endParaRPr lang="en-US" dirty="0"/>
          </a:p>
        </p:txBody>
      </p:sp>
      <p:sp>
        <p:nvSpPr>
          <p:cNvPr id="9" name="Picture Placeholder 6">
            <a:extLst>
              <a:ext uri="{FF2B5EF4-FFF2-40B4-BE49-F238E27FC236}">
                <a16:creationId xmlns:a16="http://schemas.microsoft.com/office/drawing/2014/main" id="{2F6A179B-CBDB-414D-B2F8-E1FEE9B831BE}"/>
              </a:ext>
            </a:extLst>
          </p:cNvPr>
          <p:cNvSpPr>
            <a:spLocks noGrp="1"/>
          </p:cNvSpPr>
          <p:nvPr>
            <p:ph type="pic" sz="quarter" idx="14"/>
          </p:nvPr>
        </p:nvSpPr>
        <p:spPr>
          <a:xfrm>
            <a:off x="3429000" y="1806318"/>
            <a:ext cx="2286000" cy="3200400"/>
          </a:xfrm>
          <a:solidFill>
            <a:schemeClr val="accent2"/>
          </a:solidFill>
        </p:spPr>
        <p:txBody>
          <a:bodyPr/>
          <a:lstStyle/>
          <a:p>
            <a:r>
              <a:rPr lang="en-US"/>
              <a:t>Click icon to add picture</a:t>
            </a:r>
            <a:endParaRPr lang="en-US" dirty="0"/>
          </a:p>
        </p:txBody>
      </p:sp>
      <p:sp>
        <p:nvSpPr>
          <p:cNvPr id="10" name="Picture Placeholder 6">
            <a:extLst>
              <a:ext uri="{FF2B5EF4-FFF2-40B4-BE49-F238E27FC236}">
                <a16:creationId xmlns:a16="http://schemas.microsoft.com/office/drawing/2014/main" id="{F7A822EC-853A-46EC-8775-F8B48F2A81EB}"/>
              </a:ext>
            </a:extLst>
          </p:cNvPr>
          <p:cNvSpPr>
            <a:spLocks noGrp="1"/>
          </p:cNvSpPr>
          <p:nvPr>
            <p:ph type="pic" sz="quarter" idx="15"/>
          </p:nvPr>
        </p:nvSpPr>
        <p:spPr>
          <a:xfrm>
            <a:off x="6477000" y="1806318"/>
            <a:ext cx="2286000" cy="3200400"/>
          </a:xfrm>
          <a:solidFill>
            <a:schemeClr val="accent2"/>
          </a:solidFill>
        </p:spPr>
        <p:txBody>
          <a:bodyPr/>
          <a:lstStyle/>
          <a:p>
            <a:r>
              <a:rPr lang="en-US"/>
              <a:t>Click icon to add picture</a:t>
            </a:r>
            <a:endParaRPr lang="en-US" dirty="0"/>
          </a:p>
        </p:txBody>
      </p:sp>
      <p:sp>
        <p:nvSpPr>
          <p:cNvPr id="11" name="Picture Placeholder 6">
            <a:extLst>
              <a:ext uri="{FF2B5EF4-FFF2-40B4-BE49-F238E27FC236}">
                <a16:creationId xmlns:a16="http://schemas.microsoft.com/office/drawing/2014/main" id="{AA0D329B-CAB8-4E3A-BA03-C17A79790B67}"/>
              </a:ext>
            </a:extLst>
          </p:cNvPr>
          <p:cNvSpPr>
            <a:spLocks noGrp="1"/>
          </p:cNvSpPr>
          <p:nvPr>
            <p:ph type="pic" sz="quarter" idx="16"/>
          </p:nvPr>
        </p:nvSpPr>
        <p:spPr>
          <a:xfrm>
            <a:off x="9452808" y="1806318"/>
            <a:ext cx="2286000" cy="3200400"/>
          </a:xfrm>
          <a:solidFill>
            <a:schemeClr val="accent2"/>
          </a:solidFill>
        </p:spPr>
        <p:txBody>
          <a:bodyPr/>
          <a:lstStyle/>
          <a:p>
            <a:r>
              <a:rPr lang="en-US"/>
              <a:t>Click icon to add picture</a:t>
            </a:r>
            <a:endParaRPr lang="en-US" dirty="0"/>
          </a:p>
        </p:txBody>
      </p:sp>
      <p:sp>
        <p:nvSpPr>
          <p:cNvPr id="13" name="Text Placeholder 12">
            <a:extLst>
              <a:ext uri="{FF2B5EF4-FFF2-40B4-BE49-F238E27FC236}">
                <a16:creationId xmlns:a16="http://schemas.microsoft.com/office/drawing/2014/main" id="{A5F9E280-35B2-41C7-8D2D-C1FF69DE2CD9}"/>
              </a:ext>
            </a:extLst>
          </p:cNvPr>
          <p:cNvSpPr>
            <a:spLocks noGrp="1"/>
          </p:cNvSpPr>
          <p:nvPr>
            <p:ph type="body" sz="quarter" idx="17" hasCustomPrompt="1"/>
          </p:nvPr>
        </p:nvSpPr>
        <p:spPr>
          <a:xfrm>
            <a:off x="3793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5" name="Text Placeholder 14">
            <a:extLst>
              <a:ext uri="{FF2B5EF4-FFF2-40B4-BE49-F238E27FC236}">
                <a16:creationId xmlns:a16="http://schemas.microsoft.com/office/drawing/2014/main" id="{E872F581-8AEF-4CFC-B0F3-79A2530C9319}"/>
              </a:ext>
            </a:extLst>
          </p:cNvPr>
          <p:cNvSpPr>
            <a:spLocks noGrp="1"/>
          </p:cNvSpPr>
          <p:nvPr>
            <p:ph type="body" sz="quarter" idx="18" hasCustomPrompt="1"/>
          </p:nvPr>
        </p:nvSpPr>
        <p:spPr>
          <a:xfrm>
            <a:off x="379376"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6" name="Text Placeholder 12">
            <a:extLst>
              <a:ext uri="{FF2B5EF4-FFF2-40B4-BE49-F238E27FC236}">
                <a16:creationId xmlns:a16="http://schemas.microsoft.com/office/drawing/2014/main" id="{1FA5D559-B67C-4F57-BC90-E982E66ADA5E}"/>
              </a:ext>
            </a:extLst>
          </p:cNvPr>
          <p:cNvSpPr>
            <a:spLocks noGrp="1"/>
          </p:cNvSpPr>
          <p:nvPr>
            <p:ph type="body" sz="quarter" idx="19" hasCustomPrompt="1"/>
          </p:nvPr>
        </p:nvSpPr>
        <p:spPr>
          <a:xfrm>
            <a:off x="335117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4">
            <a:extLst>
              <a:ext uri="{FF2B5EF4-FFF2-40B4-BE49-F238E27FC236}">
                <a16:creationId xmlns:a16="http://schemas.microsoft.com/office/drawing/2014/main" id="{F932B527-4126-40FF-8117-412DC7BD81F6}"/>
              </a:ext>
            </a:extLst>
          </p:cNvPr>
          <p:cNvSpPr>
            <a:spLocks noGrp="1"/>
          </p:cNvSpPr>
          <p:nvPr>
            <p:ph type="body" sz="quarter" idx="20" hasCustomPrompt="1"/>
          </p:nvPr>
        </p:nvSpPr>
        <p:spPr>
          <a:xfrm>
            <a:off x="335117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8" name="Text Placeholder 12">
            <a:extLst>
              <a:ext uri="{FF2B5EF4-FFF2-40B4-BE49-F238E27FC236}">
                <a16:creationId xmlns:a16="http://schemas.microsoft.com/office/drawing/2014/main" id="{D84B520F-D618-4828-AA40-CCCA0AF8966F}"/>
              </a:ext>
            </a:extLst>
          </p:cNvPr>
          <p:cNvSpPr>
            <a:spLocks noGrp="1"/>
          </p:cNvSpPr>
          <p:nvPr>
            <p:ph type="body" sz="quarter" idx="21" hasCustomPrompt="1"/>
          </p:nvPr>
        </p:nvSpPr>
        <p:spPr>
          <a:xfrm>
            <a:off x="63991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9" name="Text Placeholder 14">
            <a:extLst>
              <a:ext uri="{FF2B5EF4-FFF2-40B4-BE49-F238E27FC236}">
                <a16:creationId xmlns:a16="http://schemas.microsoft.com/office/drawing/2014/main" id="{39A9C8DE-6F8B-405D-A604-845E81998FA9}"/>
              </a:ext>
            </a:extLst>
          </p:cNvPr>
          <p:cNvSpPr>
            <a:spLocks noGrp="1"/>
          </p:cNvSpPr>
          <p:nvPr>
            <p:ph type="body" sz="quarter" idx="22" hasCustomPrompt="1"/>
          </p:nvPr>
        </p:nvSpPr>
        <p:spPr>
          <a:xfrm>
            <a:off x="6399175"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20" name="Text Placeholder 12">
            <a:extLst>
              <a:ext uri="{FF2B5EF4-FFF2-40B4-BE49-F238E27FC236}">
                <a16:creationId xmlns:a16="http://schemas.microsoft.com/office/drawing/2014/main" id="{AB0C4D8C-1454-41F3-934E-A2BA603449BF}"/>
              </a:ext>
            </a:extLst>
          </p:cNvPr>
          <p:cNvSpPr>
            <a:spLocks noGrp="1"/>
          </p:cNvSpPr>
          <p:nvPr>
            <p:ph type="body" sz="quarter" idx="23" hasCustomPrompt="1"/>
          </p:nvPr>
        </p:nvSpPr>
        <p:spPr>
          <a:xfrm>
            <a:off x="937498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1" name="Text Placeholder 14">
            <a:extLst>
              <a:ext uri="{FF2B5EF4-FFF2-40B4-BE49-F238E27FC236}">
                <a16:creationId xmlns:a16="http://schemas.microsoft.com/office/drawing/2014/main" id="{45707A1B-C9F6-4ABB-A6CE-D2901CE94793}"/>
              </a:ext>
            </a:extLst>
          </p:cNvPr>
          <p:cNvSpPr>
            <a:spLocks noGrp="1"/>
          </p:cNvSpPr>
          <p:nvPr>
            <p:ph type="body" sz="quarter" idx="24" hasCustomPrompt="1"/>
          </p:nvPr>
        </p:nvSpPr>
        <p:spPr>
          <a:xfrm>
            <a:off x="937498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54804440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o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dirty="0"/>
              <a:t>CLICK TO ADD TITLE</a:t>
            </a:r>
          </a:p>
        </p:txBody>
      </p:sp>
      <p:sp>
        <p:nvSpPr>
          <p:cNvPr id="7" name="Picture Placeholder 6">
            <a:extLst>
              <a:ext uri="{FF2B5EF4-FFF2-40B4-BE49-F238E27FC236}">
                <a16:creationId xmlns:a16="http://schemas.microsoft.com/office/drawing/2014/main" id="{FB0F91E1-53D9-4A2A-923E-0CB7755188AD}"/>
              </a:ext>
            </a:extLst>
          </p:cNvPr>
          <p:cNvSpPr>
            <a:spLocks noGrp="1"/>
          </p:cNvSpPr>
          <p:nvPr>
            <p:ph type="pic" sz="quarter" idx="13"/>
          </p:nvPr>
        </p:nvSpPr>
        <p:spPr>
          <a:xfrm>
            <a:off x="477256" y="1722086"/>
            <a:ext cx="2286000" cy="1371600"/>
          </a:xfrm>
          <a:solidFill>
            <a:schemeClr val="accent2"/>
          </a:solidFill>
        </p:spPr>
        <p:txBody>
          <a:bodyPr/>
          <a:lstStyle/>
          <a:p>
            <a:r>
              <a:rPr lang="en-US"/>
              <a:t>Click icon to add picture</a:t>
            </a:r>
            <a:endParaRPr lang="en-US" dirty="0"/>
          </a:p>
        </p:txBody>
      </p:sp>
      <p:sp>
        <p:nvSpPr>
          <p:cNvPr id="9" name="Picture Placeholder 6">
            <a:extLst>
              <a:ext uri="{FF2B5EF4-FFF2-40B4-BE49-F238E27FC236}">
                <a16:creationId xmlns:a16="http://schemas.microsoft.com/office/drawing/2014/main" id="{2F6A179B-CBDB-414D-B2F8-E1FEE9B831BE}"/>
              </a:ext>
            </a:extLst>
          </p:cNvPr>
          <p:cNvSpPr>
            <a:spLocks noGrp="1"/>
          </p:cNvSpPr>
          <p:nvPr>
            <p:ph type="pic" sz="quarter" idx="14"/>
          </p:nvPr>
        </p:nvSpPr>
        <p:spPr>
          <a:xfrm>
            <a:off x="3429000" y="1722086"/>
            <a:ext cx="2286000" cy="1371600"/>
          </a:xfrm>
          <a:solidFill>
            <a:schemeClr val="accent2"/>
          </a:solidFill>
        </p:spPr>
        <p:txBody>
          <a:bodyPr/>
          <a:lstStyle/>
          <a:p>
            <a:r>
              <a:rPr lang="en-US"/>
              <a:t>Click icon to add picture</a:t>
            </a:r>
            <a:endParaRPr lang="en-US" dirty="0"/>
          </a:p>
        </p:txBody>
      </p:sp>
      <p:sp>
        <p:nvSpPr>
          <p:cNvPr id="10" name="Picture Placeholder 6">
            <a:extLst>
              <a:ext uri="{FF2B5EF4-FFF2-40B4-BE49-F238E27FC236}">
                <a16:creationId xmlns:a16="http://schemas.microsoft.com/office/drawing/2014/main" id="{F7A822EC-853A-46EC-8775-F8B48F2A81EB}"/>
              </a:ext>
            </a:extLst>
          </p:cNvPr>
          <p:cNvSpPr>
            <a:spLocks noGrp="1"/>
          </p:cNvSpPr>
          <p:nvPr>
            <p:ph type="pic" sz="quarter" idx="15"/>
          </p:nvPr>
        </p:nvSpPr>
        <p:spPr>
          <a:xfrm>
            <a:off x="6477000" y="1722086"/>
            <a:ext cx="2286000" cy="1371600"/>
          </a:xfrm>
          <a:solidFill>
            <a:schemeClr val="accent2"/>
          </a:solidFill>
        </p:spPr>
        <p:txBody>
          <a:bodyPr/>
          <a:lstStyle/>
          <a:p>
            <a:r>
              <a:rPr lang="en-US"/>
              <a:t>Click icon to add picture</a:t>
            </a:r>
            <a:endParaRPr lang="en-US" dirty="0"/>
          </a:p>
        </p:txBody>
      </p:sp>
      <p:sp>
        <p:nvSpPr>
          <p:cNvPr id="11" name="Picture Placeholder 6">
            <a:extLst>
              <a:ext uri="{FF2B5EF4-FFF2-40B4-BE49-F238E27FC236}">
                <a16:creationId xmlns:a16="http://schemas.microsoft.com/office/drawing/2014/main" id="{AA0D329B-CAB8-4E3A-BA03-C17A79790B67}"/>
              </a:ext>
            </a:extLst>
          </p:cNvPr>
          <p:cNvSpPr>
            <a:spLocks noGrp="1"/>
          </p:cNvSpPr>
          <p:nvPr>
            <p:ph type="pic" sz="quarter" idx="16"/>
          </p:nvPr>
        </p:nvSpPr>
        <p:spPr>
          <a:xfrm>
            <a:off x="9440776" y="1722086"/>
            <a:ext cx="2286000" cy="1371600"/>
          </a:xfrm>
          <a:solidFill>
            <a:schemeClr val="accent2"/>
          </a:solidFill>
        </p:spPr>
        <p:txBody>
          <a:bodyPr/>
          <a:lstStyle/>
          <a:p>
            <a:r>
              <a:rPr lang="en-US"/>
              <a:t>Click icon to add picture</a:t>
            </a:r>
            <a:endParaRPr lang="en-US" dirty="0"/>
          </a:p>
        </p:txBody>
      </p:sp>
      <p:sp>
        <p:nvSpPr>
          <p:cNvPr id="13" name="Text Placeholder 12">
            <a:extLst>
              <a:ext uri="{FF2B5EF4-FFF2-40B4-BE49-F238E27FC236}">
                <a16:creationId xmlns:a16="http://schemas.microsoft.com/office/drawing/2014/main" id="{A5F9E280-35B2-41C7-8D2D-C1FF69DE2CD9}"/>
              </a:ext>
            </a:extLst>
          </p:cNvPr>
          <p:cNvSpPr>
            <a:spLocks noGrp="1"/>
          </p:cNvSpPr>
          <p:nvPr>
            <p:ph type="body" sz="quarter" idx="17" hasCustomPrompt="1"/>
          </p:nvPr>
        </p:nvSpPr>
        <p:spPr>
          <a:xfrm>
            <a:off x="37997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5" name="Text Placeholder 14">
            <a:extLst>
              <a:ext uri="{FF2B5EF4-FFF2-40B4-BE49-F238E27FC236}">
                <a16:creationId xmlns:a16="http://schemas.microsoft.com/office/drawing/2014/main" id="{E872F581-8AEF-4CFC-B0F3-79A2530C9319}"/>
              </a:ext>
            </a:extLst>
          </p:cNvPr>
          <p:cNvSpPr>
            <a:spLocks noGrp="1"/>
          </p:cNvSpPr>
          <p:nvPr>
            <p:ph type="body" sz="quarter" idx="18" hasCustomPrompt="1"/>
          </p:nvPr>
        </p:nvSpPr>
        <p:spPr>
          <a:xfrm>
            <a:off x="37997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6" name="Text Placeholder 12">
            <a:extLst>
              <a:ext uri="{FF2B5EF4-FFF2-40B4-BE49-F238E27FC236}">
                <a16:creationId xmlns:a16="http://schemas.microsoft.com/office/drawing/2014/main" id="{1FA5D559-B67C-4F57-BC90-E982E66ADA5E}"/>
              </a:ext>
            </a:extLst>
          </p:cNvPr>
          <p:cNvSpPr>
            <a:spLocks noGrp="1"/>
          </p:cNvSpPr>
          <p:nvPr>
            <p:ph type="body" sz="quarter" idx="19" hasCustomPrompt="1"/>
          </p:nvPr>
        </p:nvSpPr>
        <p:spPr>
          <a:xfrm>
            <a:off x="3331719"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4">
            <a:extLst>
              <a:ext uri="{FF2B5EF4-FFF2-40B4-BE49-F238E27FC236}">
                <a16:creationId xmlns:a16="http://schemas.microsoft.com/office/drawing/2014/main" id="{F932B527-4126-40FF-8117-412DC7BD81F6}"/>
              </a:ext>
            </a:extLst>
          </p:cNvPr>
          <p:cNvSpPr>
            <a:spLocks noGrp="1"/>
          </p:cNvSpPr>
          <p:nvPr>
            <p:ph type="body" sz="quarter" idx="20" hasCustomPrompt="1"/>
          </p:nvPr>
        </p:nvSpPr>
        <p:spPr>
          <a:xfrm>
            <a:off x="3331718"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18" name="Text Placeholder 12">
            <a:extLst>
              <a:ext uri="{FF2B5EF4-FFF2-40B4-BE49-F238E27FC236}">
                <a16:creationId xmlns:a16="http://schemas.microsoft.com/office/drawing/2014/main" id="{D84B520F-D618-4828-AA40-CCCA0AF8966F}"/>
              </a:ext>
            </a:extLst>
          </p:cNvPr>
          <p:cNvSpPr>
            <a:spLocks noGrp="1"/>
          </p:cNvSpPr>
          <p:nvPr>
            <p:ph type="body" sz="quarter" idx="21" hasCustomPrompt="1"/>
          </p:nvPr>
        </p:nvSpPr>
        <p:spPr>
          <a:xfrm>
            <a:off x="6379720"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9" name="Text Placeholder 14">
            <a:extLst>
              <a:ext uri="{FF2B5EF4-FFF2-40B4-BE49-F238E27FC236}">
                <a16:creationId xmlns:a16="http://schemas.microsoft.com/office/drawing/2014/main" id="{39A9C8DE-6F8B-405D-A604-845E81998FA9}"/>
              </a:ext>
            </a:extLst>
          </p:cNvPr>
          <p:cNvSpPr>
            <a:spLocks noGrp="1"/>
          </p:cNvSpPr>
          <p:nvPr>
            <p:ph type="body" sz="quarter" idx="22" hasCustomPrompt="1"/>
          </p:nvPr>
        </p:nvSpPr>
        <p:spPr>
          <a:xfrm>
            <a:off x="6379719"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20" name="Text Placeholder 12">
            <a:extLst>
              <a:ext uri="{FF2B5EF4-FFF2-40B4-BE49-F238E27FC236}">
                <a16:creationId xmlns:a16="http://schemas.microsoft.com/office/drawing/2014/main" id="{AB0C4D8C-1454-41F3-934E-A2BA603449BF}"/>
              </a:ext>
            </a:extLst>
          </p:cNvPr>
          <p:cNvSpPr>
            <a:spLocks noGrp="1"/>
          </p:cNvSpPr>
          <p:nvPr>
            <p:ph type="body" sz="quarter" idx="23" hasCustomPrompt="1"/>
          </p:nvPr>
        </p:nvSpPr>
        <p:spPr>
          <a:xfrm>
            <a:off x="934349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1" name="Text Placeholder 14">
            <a:extLst>
              <a:ext uri="{FF2B5EF4-FFF2-40B4-BE49-F238E27FC236}">
                <a16:creationId xmlns:a16="http://schemas.microsoft.com/office/drawing/2014/main" id="{45707A1B-C9F6-4ABB-A6CE-D2901CE94793}"/>
              </a:ext>
            </a:extLst>
          </p:cNvPr>
          <p:cNvSpPr>
            <a:spLocks noGrp="1"/>
          </p:cNvSpPr>
          <p:nvPr>
            <p:ph type="body" sz="quarter" idx="24" hasCustomPrompt="1"/>
          </p:nvPr>
        </p:nvSpPr>
        <p:spPr>
          <a:xfrm>
            <a:off x="934349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46" name="Picture Placeholder 6">
            <a:extLst>
              <a:ext uri="{FF2B5EF4-FFF2-40B4-BE49-F238E27FC236}">
                <a16:creationId xmlns:a16="http://schemas.microsoft.com/office/drawing/2014/main" id="{3896D737-6139-4405-A7F2-E08C421815DD}"/>
              </a:ext>
            </a:extLst>
          </p:cNvPr>
          <p:cNvSpPr>
            <a:spLocks noGrp="1"/>
          </p:cNvSpPr>
          <p:nvPr>
            <p:ph type="pic" sz="quarter" idx="25"/>
          </p:nvPr>
        </p:nvSpPr>
        <p:spPr>
          <a:xfrm>
            <a:off x="497304" y="4076273"/>
            <a:ext cx="2286000" cy="1371600"/>
          </a:xfrm>
          <a:solidFill>
            <a:schemeClr val="accent2"/>
          </a:solidFill>
        </p:spPr>
        <p:txBody>
          <a:bodyPr/>
          <a:lstStyle/>
          <a:p>
            <a:r>
              <a:rPr lang="en-US"/>
              <a:t>Click icon to add picture</a:t>
            </a:r>
            <a:endParaRPr lang="en-US" dirty="0"/>
          </a:p>
        </p:txBody>
      </p:sp>
      <p:sp>
        <p:nvSpPr>
          <p:cNvPr id="47" name="Picture Placeholder 6">
            <a:extLst>
              <a:ext uri="{FF2B5EF4-FFF2-40B4-BE49-F238E27FC236}">
                <a16:creationId xmlns:a16="http://schemas.microsoft.com/office/drawing/2014/main" id="{721A36A5-FCF3-4EE8-B5F2-41805C3F6A6C}"/>
              </a:ext>
            </a:extLst>
          </p:cNvPr>
          <p:cNvSpPr>
            <a:spLocks noGrp="1"/>
          </p:cNvSpPr>
          <p:nvPr>
            <p:ph type="pic" sz="quarter" idx="26"/>
          </p:nvPr>
        </p:nvSpPr>
        <p:spPr>
          <a:xfrm>
            <a:off x="3449048" y="4076273"/>
            <a:ext cx="2286000" cy="1371600"/>
          </a:xfrm>
          <a:solidFill>
            <a:schemeClr val="accent2"/>
          </a:solidFill>
        </p:spPr>
        <p:txBody>
          <a:bodyPr/>
          <a:lstStyle/>
          <a:p>
            <a:r>
              <a:rPr lang="en-US"/>
              <a:t>Click icon to add picture</a:t>
            </a:r>
            <a:endParaRPr lang="en-US" dirty="0"/>
          </a:p>
        </p:txBody>
      </p:sp>
      <p:sp>
        <p:nvSpPr>
          <p:cNvPr id="48" name="Picture Placeholder 6">
            <a:extLst>
              <a:ext uri="{FF2B5EF4-FFF2-40B4-BE49-F238E27FC236}">
                <a16:creationId xmlns:a16="http://schemas.microsoft.com/office/drawing/2014/main" id="{1630D673-CB21-40A3-A7BE-C996B20D681F}"/>
              </a:ext>
            </a:extLst>
          </p:cNvPr>
          <p:cNvSpPr>
            <a:spLocks noGrp="1"/>
          </p:cNvSpPr>
          <p:nvPr>
            <p:ph type="pic" sz="quarter" idx="27"/>
          </p:nvPr>
        </p:nvSpPr>
        <p:spPr>
          <a:xfrm>
            <a:off x="6497048" y="4076273"/>
            <a:ext cx="2286000" cy="1371600"/>
          </a:xfrm>
          <a:solidFill>
            <a:schemeClr val="accent2"/>
          </a:solidFill>
        </p:spPr>
        <p:txBody>
          <a:bodyPr/>
          <a:lstStyle/>
          <a:p>
            <a:r>
              <a:rPr lang="en-US"/>
              <a:t>Click icon to add picture</a:t>
            </a:r>
            <a:endParaRPr lang="en-US" dirty="0"/>
          </a:p>
        </p:txBody>
      </p:sp>
      <p:sp>
        <p:nvSpPr>
          <p:cNvPr id="49" name="Picture Placeholder 6">
            <a:extLst>
              <a:ext uri="{FF2B5EF4-FFF2-40B4-BE49-F238E27FC236}">
                <a16:creationId xmlns:a16="http://schemas.microsoft.com/office/drawing/2014/main" id="{0C83EF20-1DF8-43B4-B982-A382FF884E20}"/>
              </a:ext>
            </a:extLst>
          </p:cNvPr>
          <p:cNvSpPr>
            <a:spLocks noGrp="1"/>
          </p:cNvSpPr>
          <p:nvPr>
            <p:ph type="pic" sz="quarter" idx="28"/>
          </p:nvPr>
        </p:nvSpPr>
        <p:spPr>
          <a:xfrm>
            <a:off x="9460824" y="4076273"/>
            <a:ext cx="2286000" cy="1371600"/>
          </a:xfrm>
          <a:solidFill>
            <a:schemeClr val="accent2"/>
          </a:solidFill>
        </p:spPr>
        <p:txBody>
          <a:bodyPr/>
          <a:lstStyle/>
          <a:p>
            <a:r>
              <a:rPr lang="en-US"/>
              <a:t>Click icon to add picture</a:t>
            </a:r>
            <a:endParaRPr lang="en-US" dirty="0"/>
          </a:p>
        </p:txBody>
      </p:sp>
      <p:sp>
        <p:nvSpPr>
          <p:cNvPr id="50" name="Text Placeholder 12">
            <a:extLst>
              <a:ext uri="{FF2B5EF4-FFF2-40B4-BE49-F238E27FC236}">
                <a16:creationId xmlns:a16="http://schemas.microsoft.com/office/drawing/2014/main" id="{1FD09C98-5809-41AD-B215-493A3D741A2A}"/>
              </a:ext>
            </a:extLst>
          </p:cNvPr>
          <p:cNvSpPr>
            <a:spLocks noGrp="1"/>
          </p:cNvSpPr>
          <p:nvPr>
            <p:ph type="body" sz="quarter" idx="29" hasCustomPrompt="1"/>
          </p:nvPr>
        </p:nvSpPr>
        <p:spPr>
          <a:xfrm>
            <a:off x="40002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1" name="Text Placeholder 14">
            <a:extLst>
              <a:ext uri="{FF2B5EF4-FFF2-40B4-BE49-F238E27FC236}">
                <a16:creationId xmlns:a16="http://schemas.microsoft.com/office/drawing/2014/main" id="{9E3214F0-FC83-402F-BAC5-ED4827532778}"/>
              </a:ext>
            </a:extLst>
          </p:cNvPr>
          <p:cNvSpPr>
            <a:spLocks noGrp="1"/>
          </p:cNvSpPr>
          <p:nvPr>
            <p:ph type="body" sz="quarter" idx="30" hasCustomPrompt="1"/>
          </p:nvPr>
        </p:nvSpPr>
        <p:spPr>
          <a:xfrm>
            <a:off x="40002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52" name="Text Placeholder 12">
            <a:extLst>
              <a:ext uri="{FF2B5EF4-FFF2-40B4-BE49-F238E27FC236}">
                <a16:creationId xmlns:a16="http://schemas.microsoft.com/office/drawing/2014/main" id="{39B0FB7F-A1FC-40D1-ACFC-C3C966F9BCA4}"/>
              </a:ext>
            </a:extLst>
          </p:cNvPr>
          <p:cNvSpPr>
            <a:spLocks noGrp="1"/>
          </p:cNvSpPr>
          <p:nvPr>
            <p:ph type="body" sz="quarter" idx="31" hasCustomPrompt="1"/>
          </p:nvPr>
        </p:nvSpPr>
        <p:spPr>
          <a:xfrm>
            <a:off x="3351767"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3" name="Text Placeholder 14">
            <a:extLst>
              <a:ext uri="{FF2B5EF4-FFF2-40B4-BE49-F238E27FC236}">
                <a16:creationId xmlns:a16="http://schemas.microsoft.com/office/drawing/2014/main" id="{15EB3CBA-DD9B-449B-9B72-191780177135}"/>
              </a:ext>
            </a:extLst>
          </p:cNvPr>
          <p:cNvSpPr>
            <a:spLocks noGrp="1"/>
          </p:cNvSpPr>
          <p:nvPr>
            <p:ph type="body" sz="quarter" idx="32" hasCustomPrompt="1"/>
          </p:nvPr>
        </p:nvSpPr>
        <p:spPr>
          <a:xfrm>
            <a:off x="3351766"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54" name="Text Placeholder 12">
            <a:extLst>
              <a:ext uri="{FF2B5EF4-FFF2-40B4-BE49-F238E27FC236}">
                <a16:creationId xmlns:a16="http://schemas.microsoft.com/office/drawing/2014/main" id="{BA47B66D-8891-4AE7-98BE-3CFE9CDB571E}"/>
              </a:ext>
            </a:extLst>
          </p:cNvPr>
          <p:cNvSpPr>
            <a:spLocks noGrp="1"/>
          </p:cNvSpPr>
          <p:nvPr>
            <p:ph type="body" sz="quarter" idx="33" hasCustomPrompt="1"/>
          </p:nvPr>
        </p:nvSpPr>
        <p:spPr>
          <a:xfrm>
            <a:off x="6399768"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5" name="Text Placeholder 14">
            <a:extLst>
              <a:ext uri="{FF2B5EF4-FFF2-40B4-BE49-F238E27FC236}">
                <a16:creationId xmlns:a16="http://schemas.microsoft.com/office/drawing/2014/main" id="{929AE99A-6054-4B2F-B99D-FE4F682613DA}"/>
              </a:ext>
            </a:extLst>
          </p:cNvPr>
          <p:cNvSpPr>
            <a:spLocks noGrp="1"/>
          </p:cNvSpPr>
          <p:nvPr>
            <p:ph type="body" sz="quarter" idx="34" hasCustomPrompt="1"/>
          </p:nvPr>
        </p:nvSpPr>
        <p:spPr>
          <a:xfrm>
            <a:off x="6399767"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56" name="Text Placeholder 12">
            <a:extLst>
              <a:ext uri="{FF2B5EF4-FFF2-40B4-BE49-F238E27FC236}">
                <a16:creationId xmlns:a16="http://schemas.microsoft.com/office/drawing/2014/main" id="{D1F32591-7BBD-4006-AEA0-29F43CDADCED}"/>
              </a:ext>
            </a:extLst>
          </p:cNvPr>
          <p:cNvSpPr>
            <a:spLocks noGrp="1"/>
          </p:cNvSpPr>
          <p:nvPr>
            <p:ph type="body" sz="quarter" idx="35" hasCustomPrompt="1"/>
          </p:nvPr>
        </p:nvSpPr>
        <p:spPr>
          <a:xfrm>
            <a:off x="936354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57" name="Text Placeholder 14">
            <a:extLst>
              <a:ext uri="{FF2B5EF4-FFF2-40B4-BE49-F238E27FC236}">
                <a16:creationId xmlns:a16="http://schemas.microsoft.com/office/drawing/2014/main" id="{7BC780CD-8E77-4D0E-A436-DCB2AA0C15CD}"/>
              </a:ext>
            </a:extLst>
          </p:cNvPr>
          <p:cNvSpPr>
            <a:spLocks noGrp="1"/>
          </p:cNvSpPr>
          <p:nvPr>
            <p:ph type="body" sz="quarter" idx="36" hasCustomPrompt="1"/>
          </p:nvPr>
        </p:nvSpPr>
        <p:spPr>
          <a:xfrm>
            <a:off x="936354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dirty="0"/>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266225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normAutofit/>
          </a:bodyPr>
          <a:lstStyle>
            <a:lvl1pPr>
              <a:defRPr sz="3600" spc="30" baseline="0">
                <a:solidFill>
                  <a:schemeClr val="bg1">
                    <a:lumMod val="50000"/>
                  </a:schemeClr>
                </a:solidFill>
              </a:defRPr>
            </a:lvl1pPr>
          </a:lstStyle>
          <a:p>
            <a:r>
              <a:rPr lang="en-US" dirty="0"/>
              <a:t>CLICK TO ADD 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776988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457200" y="1825625"/>
            <a:ext cx="11430000" cy="4351338"/>
          </a:xfrm>
        </p:spPr>
        <p:txBody>
          <a:bodyPr/>
          <a:lstStyle>
            <a:lvl1pPr>
              <a:defRPr>
                <a:solidFill>
                  <a:schemeClr val="bg2">
                    <a:lumMod val="50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0DAF765-81DF-4CD4-A737-DDE62C84D09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0C67C45-8307-4F47-91BB-229B740A8CEE}"/>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97D8F83D-D593-4D91-ADFA-C49B8378676D}"/>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2776643-6C33-46CD-A918-AB0CEA571F00}"/>
              </a:ext>
            </a:extLst>
          </p:cNvPr>
          <p:cNvSpPr/>
          <p:nvPr userDrawn="1"/>
        </p:nvSpPr>
        <p:spPr>
          <a:xfrm>
            <a:off x="6086475" y="1682496"/>
            <a:ext cx="563880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B6E62D2-A055-4712-92CC-4B02419D51FB}"/>
              </a:ext>
            </a:extLst>
          </p:cNvPr>
          <p:cNvSpPr/>
          <p:nvPr userDrawn="1"/>
        </p:nvSpPr>
        <p:spPr>
          <a:xfrm>
            <a:off x="457200" y="1681163"/>
            <a:ext cx="563880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dirty="0"/>
              <a:t>CLICK TO ADD TITLE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1289640" y="1844259"/>
            <a:ext cx="3657600" cy="823912"/>
          </a:xfrm>
        </p:spPr>
        <p:txBody>
          <a:bodyPr anchor="ctr" anchorCtr="0">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289640" y="2668171"/>
            <a:ext cx="3657600" cy="36845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6780133" y="1808163"/>
            <a:ext cx="4703841" cy="823912"/>
          </a:xfrm>
        </p:spPr>
        <p:txBody>
          <a:bodyPr anchor="ctr" anchorCtr="0">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780134" y="2632075"/>
            <a:ext cx="3657600" cy="36845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3940682-7091-4427-B158-074D4A47137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82215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4C89FBE-3029-4F92-8308-F830BB1420FF}"/>
              </a:ext>
              <a:ext uri="{C183D7F6-B498-43B3-948B-1728B52AA6E4}">
                <adec:decorative xmlns:adec="http://schemas.microsoft.com/office/drawing/2017/decorative" val="1"/>
              </a:ext>
            </a:extLst>
          </p:cNvPr>
          <p:cNvSpPr/>
          <p:nvPr userDrawn="1"/>
        </p:nvSpPr>
        <p:spPr>
          <a:xfrm>
            <a:off x="7958712" y="1681163"/>
            <a:ext cx="374904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E0A4C88-FF32-4096-9EA9-EC22D3682F4C}"/>
              </a:ext>
              <a:ext uri="{C183D7F6-B498-43B3-948B-1728B52AA6E4}">
                <adec:decorative xmlns:adec="http://schemas.microsoft.com/office/drawing/2017/decorative" val="1"/>
              </a:ext>
            </a:extLst>
          </p:cNvPr>
          <p:cNvSpPr/>
          <p:nvPr userDrawn="1"/>
        </p:nvSpPr>
        <p:spPr>
          <a:xfrm>
            <a:off x="4211097" y="1682496"/>
            <a:ext cx="374904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437559B-132E-4A6E-ADBE-41DB38EC8048}"/>
              </a:ext>
              <a:ext uri="{C183D7F6-B498-43B3-948B-1728B52AA6E4}">
                <adec:decorative xmlns:adec="http://schemas.microsoft.com/office/drawing/2017/decorative" val="1"/>
              </a:ext>
            </a:extLst>
          </p:cNvPr>
          <p:cNvSpPr/>
          <p:nvPr userDrawn="1"/>
        </p:nvSpPr>
        <p:spPr>
          <a:xfrm>
            <a:off x="463176" y="1681163"/>
            <a:ext cx="3749040" cy="4572000"/>
          </a:xfrm>
          <a:prstGeom prst="rect">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dirty="0"/>
              <a:t>CLICK TO ADD TITLE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8397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839788" y="2790825"/>
            <a:ext cx="2971800" cy="3248025"/>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46101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610188" y="2790825"/>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a:extLst>
              <a:ext uri="{FF2B5EF4-FFF2-40B4-BE49-F238E27FC236}">
                <a16:creationId xmlns:a16="http://schemas.microsoft.com/office/drawing/2014/main" id="{FF7BCB16-19B7-48F6-94CD-563F43988749}"/>
              </a:ext>
            </a:extLst>
          </p:cNvPr>
          <p:cNvSpPr>
            <a:spLocks noGrp="1"/>
          </p:cNvSpPr>
          <p:nvPr>
            <p:ph type="body" sz="quarter" idx="13" hasCustomPrompt="1"/>
          </p:nvPr>
        </p:nvSpPr>
        <p:spPr>
          <a:xfrm>
            <a:off x="8430134" y="1976438"/>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Content Placeholder 5">
            <a:extLst>
              <a:ext uri="{FF2B5EF4-FFF2-40B4-BE49-F238E27FC236}">
                <a16:creationId xmlns:a16="http://schemas.microsoft.com/office/drawing/2014/main" id="{8FBB2F8D-6092-468C-BA48-836286C6B7E1}"/>
              </a:ext>
            </a:extLst>
          </p:cNvPr>
          <p:cNvSpPr>
            <a:spLocks noGrp="1"/>
          </p:cNvSpPr>
          <p:nvPr>
            <p:ph sz="quarter" idx="14"/>
          </p:nvPr>
        </p:nvSpPr>
        <p:spPr>
          <a:xfrm>
            <a:off x="8430134" y="2800350"/>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3940682-7091-4427-B158-074D4A47137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212563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E5633F8-C03D-4CEE-BEDD-1B6648554C09}"/>
              </a:ext>
            </a:extLst>
          </p:cNvPr>
          <p:cNvSpPr>
            <a:spLocks noGrp="1"/>
          </p:cNvSpPr>
          <p:nvPr>
            <p:ph type="pic" sz="quarter" idx="14"/>
          </p:nvPr>
        </p:nvSpPr>
        <p:spPr>
          <a:xfrm>
            <a:off x="8622628" y="685800"/>
            <a:ext cx="3200400" cy="5486400"/>
          </a:xfrm>
          <a:solidFill>
            <a:schemeClr val="accent2"/>
          </a:solidFill>
        </p:spPr>
        <p:txBody>
          <a:bodyPr/>
          <a:lstStyle/>
          <a:p>
            <a:r>
              <a:rPr lang="en-US"/>
              <a:t>Click icon to add picture</a:t>
            </a:r>
            <a:endParaRPr lang="en-US" dirty="0"/>
          </a:p>
        </p:txBody>
      </p:sp>
      <p:sp>
        <p:nvSpPr>
          <p:cNvPr id="6" name="Rectangle 5">
            <a:extLst>
              <a:ext uri="{FF2B5EF4-FFF2-40B4-BE49-F238E27FC236}">
                <a16:creationId xmlns:a16="http://schemas.microsoft.com/office/drawing/2014/main" id="{4CA4DC27-A467-4265-AAB1-754D3F86CCAF}"/>
              </a:ext>
              <a:ext uri="{C183D7F6-B498-43B3-948B-1728B52AA6E4}">
                <adec:decorative xmlns:adec="http://schemas.microsoft.com/office/drawing/2017/decorative" val="1"/>
              </a:ext>
            </a:extLst>
          </p:cNvPr>
          <p:cNvSpPr/>
          <p:nvPr userDrawn="1"/>
        </p:nvSpPr>
        <p:spPr>
          <a:xfrm>
            <a:off x="0" y="1"/>
            <a:ext cx="6096000" cy="6858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200" y="850230"/>
            <a:ext cx="5009147" cy="1325563"/>
          </a:xfrm>
        </p:spPr>
        <p:txBody>
          <a:bodyPr>
            <a:normAutofit/>
          </a:bodyPr>
          <a:lstStyle>
            <a:lvl1pPr>
              <a:defRPr sz="3600">
                <a:solidFill>
                  <a:schemeClr val="bg2">
                    <a:lumMod val="50000"/>
                  </a:schemeClr>
                </a:solidFill>
              </a:defRPr>
            </a:lvl1pPr>
          </a:lstStyle>
          <a:p>
            <a:r>
              <a:rPr lang="en-US" dirty="0"/>
              <a:t>CLICK TO ADD TITLE</a:t>
            </a:r>
          </a:p>
        </p:txBody>
      </p:sp>
      <p:sp>
        <p:nvSpPr>
          <p:cNvPr id="9" name="Text Placeholder 8">
            <a:extLst>
              <a:ext uri="{FF2B5EF4-FFF2-40B4-BE49-F238E27FC236}">
                <a16:creationId xmlns:a16="http://schemas.microsoft.com/office/drawing/2014/main" id="{2C9CC7B6-D9ED-464B-8206-98055EB53FCF}"/>
              </a:ext>
            </a:extLst>
          </p:cNvPr>
          <p:cNvSpPr>
            <a:spLocks noGrp="1"/>
          </p:cNvSpPr>
          <p:nvPr>
            <p:ph type="body" sz="quarter" idx="13"/>
          </p:nvPr>
        </p:nvSpPr>
        <p:spPr>
          <a:xfrm>
            <a:off x="457200" y="2490788"/>
            <a:ext cx="4572000" cy="3536950"/>
          </a:xfrm>
        </p:spPr>
        <p:txBody>
          <a:bodyPr>
            <a:normAutofit/>
          </a:bodyPr>
          <a:lstStyle>
            <a:lvl1pPr marL="0" indent="0">
              <a:lnSpc>
                <a:spcPts val="2400"/>
              </a:lnSpc>
              <a:buNone/>
              <a:defRPr sz="1400" spc="30" baseline="0"/>
            </a:lvl1pPr>
            <a:lvl2pPr marL="457200" indent="0">
              <a:lnSpc>
                <a:spcPts val="2400"/>
              </a:lnSpc>
              <a:buNone/>
              <a:defRPr sz="1400" spc="30" baseline="0"/>
            </a:lvl2pPr>
            <a:lvl3pPr marL="914400" indent="0">
              <a:lnSpc>
                <a:spcPts val="2400"/>
              </a:lnSpc>
              <a:buNone/>
              <a:defRPr sz="1400" spc="30" baseline="0"/>
            </a:lvl3pPr>
            <a:lvl4pPr marL="1371600" indent="0">
              <a:lnSpc>
                <a:spcPts val="2400"/>
              </a:lnSpc>
              <a:buNone/>
              <a:defRPr sz="1400" spc="30" baseline="0"/>
            </a:lvl4pPr>
            <a:lvl5pPr marL="1828800" indent="0">
              <a:lnSpc>
                <a:spcPts val="2400"/>
              </a:lnSpc>
              <a:buNone/>
              <a:defRPr sz="1400" spc="3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12">
            <a:extLst>
              <a:ext uri="{FF2B5EF4-FFF2-40B4-BE49-F238E27FC236}">
                <a16:creationId xmlns:a16="http://schemas.microsoft.com/office/drawing/2014/main" id="{1743C040-0A81-4A38-879D-07BBD184231D}"/>
              </a:ext>
            </a:extLst>
          </p:cNvPr>
          <p:cNvSpPr>
            <a:spLocks noGrp="1"/>
          </p:cNvSpPr>
          <p:nvPr>
            <p:ph type="pic" sz="quarter" idx="15"/>
          </p:nvPr>
        </p:nvSpPr>
        <p:spPr>
          <a:xfrm>
            <a:off x="6781800" y="2492375"/>
            <a:ext cx="2286000" cy="2514600"/>
          </a:xfrm>
          <a:solidFill>
            <a:schemeClr val="accent2"/>
          </a:solidFill>
        </p:spPr>
        <p:txBody>
          <a:bodyPr/>
          <a:lstStyle/>
          <a:p>
            <a:r>
              <a:rPr lang="en-US"/>
              <a:t>Click icon to add picture</a:t>
            </a:r>
            <a:endParaRPr lang="en-US" dirty="0"/>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0" name="Freeform: Shape 9">
            <a:extLst>
              <a:ext uri="{FF2B5EF4-FFF2-40B4-BE49-F238E27FC236}">
                <a16:creationId xmlns:a16="http://schemas.microsoft.com/office/drawing/2014/main" id="{7CBDD4A8-3B48-439C-B601-8D04B8714324}"/>
              </a:ext>
              <a:ext uri="{C183D7F6-B498-43B3-948B-1728B52AA6E4}">
                <adec:decorative xmlns:adec="http://schemas.microsoft.com/office/drawing/2017/decorative" val="1"/>
              </a:ext>
            </a:extLst>
          </p:cNvPr>
          <p:cNvSpPr/>
          <p:nvPr userDrawn="1"/>
        </p:nvSpPr>
        <p:spPr>
          <a:xfrm rot="13547565" flipH="1">
            <a:off x="761136" y="5210984"/>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222846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458724" y="411480"/>
            <a:ext cx="11274552" cy="5870448"/>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457201" y="3490624"/>
            <a:ext cx="4571999" cy="1235382"/>
          </a:xfrm>
          <a:solidFill>
            <a:schemeClr val="bg1">
              <a:alpha val="80000"/>
            </a:schemeClr>
          </a:solidFill>
        </p:spPr>
        <p:txBody>
          <a:bodyPr lIns="457200" bIns="137160" anchor="b">
            <a:normAutofit/>
          </a:bodyPr>
          <a:lstStyle>
            <a:lvl1pPr algn="l">
              <a:defRPr sz="3600">
                <a:solidFill>
                  <a:schemeClr val="bg2">
                    <a:lumMod val="25000"/>
                  </a:schemeClr>
                </a:solidFill>
              </a:defRPr>
            </a:lvl1pPr>
          </a:lstStyle>
          <a:p>
            <a:r>
              <a:rPr lang="en-US" dirty="0"/>
              <a:t>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7199" y="4726007"/>
            <a:ext cx="4571999" cy="1314432"/>
          </a:xfrm>
          <a:solidFill>
            <a:schemeClr val="bg1">
              <a:alpha val="80000"/>
            </a:schemeClr>
          </a:solidFill>
        </p:spPr>
        <p:txBody>
          <a:bodyPr lIns="502920" rIns="2103120">
            <a:normAutofit/>
          </a:bodyPr>
          <a:lstStyle>
            <a:lvl1pPr marL="0" indent="0" algn="l">
              <a:buNone/>
              <a:defRPr sz="1400" spc="40" baseline="0">
                <a:solidFill>
                  <a:schemeClr val="bg2">
                    <a:lumMod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7FB6E25-C828-48BC-8628-82D1E81A507C}"/>
              </a:ext>
            </a:extLst>
          </p:cNvPr>
          <p:cNvSpPr>
            <a:spLocks noGrp="1"/>
          </p:cNvSpPr>
          <p:nvPr>
            <p:ph type="dt" sz="half" idx="11"/>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A210386C-9F0A-4DAC-822E-DEC8EA1DDEAC}"/>
              </a:ext>
            </a:extLst>
          </p:cNvPr>
          <p:cNvSpPr>
            <a:spLocks noGrp="1"/>
          </p:cNvSpPr>
          <p:nvPr>
            <p:ph type="ftr" sz="quarter" idx="12"/>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AB3A59EB-A4AA-43EC-A853-BDDFB7AB3D8B}"/>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61477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3A4A1B-0F56-5A03-3B11-C85F753CBF0C}"/>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0C134263-D8EB-B335-5D04-897F639BFAB3}"/>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A1B00924-2974-D314-1DC7-4C8807612A83}"/>
              </a:ext>
            </a:extLst>
          </p:cNvPr>
          <p:cNvSpPr>
            <a:spLocks noGrp="1"/>
          </p:cNvSpPr>
          <p:nvPr>
            <p:ph type="sldNum" sz="quarter" idx="12"/>
          </p:nvPr>
        </p:nvSpPr>
        <p:spPr/>
        <p:txBody>
          <a:bodyPr/>
          <a:lstStyle/>
          <a:p>
            <a:pPr lvl="0"/>
            <a:fld id="{A2B61FD8-FA02-47B2-B95D-A55076E47780}" type="slidenum">
              <a:t>‹#›</a:t>
            </a:fld>
            <a:endParaRPr lang="en-US"/>
          </a:p>
        </p:txBody>
      </p:sp>
    </p:spTree>
    <p:extLst>
      <p:ext uri="{BB962C8B-B14F-4D97-AF65-F5344CB8AC3E}">
        <p14:creationId xmlns:p14="http://schemas.microsoft.com/office/powerpoint/2010/main" val="347376751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62B82C-34E9-4F3B-9B0F-A3207161C41E}"/>
              </a:ext>
            </a:extLst>
          </p:cNvPr>
          <p:cNvSpPr/>
          <p:nvPr userDrawn="1"/>
        </p:nvSpPr>
        <p:spPr>
          <a:xfrm>
            <a:off x="10820400" y="813816"/>
            <a:ext cx="1371600" cy="4572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457200" y="381000"/>
            <a:ext cx="11277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457200" y="1825625"/>
            <a:ext cx="11277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457200" y="6356350"/>
            <a:ext cx="27432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70" r:id="rId4"/>
    <p:sldLayoutId id="2147483672" r:id="rId5"/>
    <p:sldLayoutId id="2147483654" r:id="rId6"/>
    <p:sldLayoutId id="2147483658" r:id="rId7"/>
    <p:sldLayoutId id="2147483660" r:id="rId8"/>
    <p:sldLayoutId id="2147483671" r:id="rId9"/>
    <p:sldLayoutId id="2147483650" r:id="rId10"/>
    <p:sldLayoutId id="2147483667" r:id="rId11"/>
    <p:sldLayoutId id="2147483668" r:id="rId12"/>
    <p:sldLayoutId id="2147483662" r:id="rId13"/>
    <p:sldLayoutId id="2147483669" r:id="rId14"/>
    <p:sldLayoutId id="2147483673" r:id="rId15"/>
  </p:sldLayoutIdLst>
  <p:hf hdr="0"/>
  <p:txStyles>
    <p:titleStyle>
      <a:lvl1pPr algn="l" defTabSz="914400" rtl="0" eaLnBrk="1" latinLnBrk="0" hangingPunct="1">
        <a:lnSpc>
          <a:spcPct val="90000"/>
        </a:lnSpc>
        <a:spcBef>
          <a:spcPct val="0"/>
        </a:spcBef>
        <a:buNone/>
        <a:defRPr sz="3600" kern="1200" spc="30" baseline="0">
          <a:solidFill>
            <a:schemeClr val="bg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88" userDrawn="1">
          <p15:clr>
            <a:srgbClr val="547EBF"/>
          </p15:clr>
        </p15:guide>
        <p15:guide id="4" orient="horz" pos="240" userDrawn="1">
          <p15:clr>
            <a:srgbClr val="547EBF"/>
          </p15:clr>
        </p15:guide>
        <p15:guide id="5" pos="7392"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2101B-D698-0753-3B30-37854474AB44}"/>
              </a:ext>
            </a:extLst>
          </p:cNvPr>
          <p:cNvSpPr txBox="1">
            <a:spLocks noGrp="1"/>
          </p:cNvSpPr>
          <p:nvPr>
            <p:ph type="title" idx="4294967295"/>
          </p:nvPr>
        </p:nvSpPr>
        <p:spPr>
          <a:xfrm>
            <a:off x="609754" y="463686"/>
            <a:ext cx="10971300" cy="1431115"/>
          </a:xfrm>
        </p:spPr>
        <p:txBody>
          <a:bodyPr vert="horz">
            <a:normAutofit fontScale="90000"/>
          </a:bodyPr>
          <a:lstStyle/>
          <a:p>
            <a:pPr lvl="0" rtl="0"/>
            <a:r>
              <a:rPr lang="en-US" sz="5079">
                <a:solidFill>
                  <a:srgbClr val="2A6099"/>
                </a:solidFill>
                <a:latin typeface="Liberation Serif" pitchFamily="18"/>
              </a:rPr>
              <a:t>Sathyabama Institute of Science and Technology</a:t>
            </a:r>
          </a:p>
        </p:txBody>
      </p:sp>
      <p:sp>
        <p:nvSpPr>
          <p:cNvPr id="3" name="Subtitle 2">
            <a:extLst>
              <a:ext uri="{FF2B5EF4-FFF2-40B4-BE49-F238E27FC236}">
                <a16:creationId xmlns:a16="http://schemas.microsoft.com/office/drawing/2014/main" id="{886169C1-ABD2-469C-B12A-22EEB601508A}"/>
              </a:ext>
            </a:extLst>
          </p:cNvPr>
          <p:cNvSpPr txBox="1">
            <a:spLocks noGrp="1"/>
          </p:cNvSpPr>
          <p:nvPr>
            <p:ph type="subTitle" idx="4294967295"/>
          </p:nvPr>
        </p:nvSpPr>
        <p:spPr>
          <a:xfrm>
            <a:off x="276684" y="2584019"/>
            <a:ext cx="11862101" cy="1897412"/>
          </a:xfrm>
        </p:spPr>
        <p:txBody>
          <a:bodyPr vert="horz" anchor="ctr">
            <a:normAutofit/>
          </a:bodyPr>
          <a:lstStyle/>
          <a:p>
            <a:pPr marL="0" lvl="0" indent="0" algn="ctr" rtl="0">
              <a:buNone/>
            </a:pPr>
            <a:r>
              <a:rPr lang="en-US" sz="3200" dirty="0">
                <a:latin typeface="Liberation Serif" pitchFamily="18"/>
                <a:cs typeface="Arial" pitchFamily="2"/>
              </a:rPr>
              <a:t>IMAGE BASED PLANT DISEASE CLASSIFICATION AND FERTILIZER GUIDANCE</a:t>
            </a:r>
          </a:p>
        </p:txBody>
      </p:sp>
      <p:sp>
        <p:nvSpPr>
          <p:cNvPr id="4" name="Title 3">
            <a:extLst>
              <a:ext uri="{FF2B5EF4-FFF2-40B4-BE49-F238E27FC236}">
                <a16:creationId xmlns:a16="http://schemas.microsoft.com/office/drawing/2014/main" id="{7BD46C87-5751-BFFB-BAEF-70048CE454EA}"/>
              </a:ext>
            </a:extLst>
          </p:cNvPr>
          <p:cNvSpPr txBox="1">
            <a:spLocks noGrp="1"/>
          </p:cNvSpPr>
          <p:nvPr>
            <p:ph type="title" idx="4294967295"/>
          </p:nvPr>
        </p:nvSpPr>
        <p:spPr>
          <a:xfrm>
            <a:off x="640667" y="1896543"/>
            <a:ext cx="10971300" cy="1144631"/>
          </a:xfrm>
        </p:spPr>
        <p:txBody>
          <a:bodyPr vert="horz"/>
          <a:lstStyle/>
          <a:p>
            <a:pPr lvl="0" rtl="0"/>
            <a:r>
              <a:rPr lang="en-US" sz="3144" i="1">
                <a:solidFill>
                  <a:srgbClr val="000000"/>
                </a:solidFill>
                <a:latin typeface="Liberation Serif" pitchFamily="18"/>
              </a:rPr>
              <a:t>School of Electrical and Electronics</a:t>
            </a:r>
          </a:p>
        </p:txBody>
      </p:sp>
      <p:sp>
        <p:nvSpPr>
          <p:cNvPr id="5" name="Freeform: Shape 4">
            <a:extLst>
              <a:ext uri="{FF2B5EF4-FFF2-40B4-BE49-F238E27FC236}">
                <a16:creationId xmlns:a16="http://schemas.microsoft.com/office/drawing/2014/main" id="{045679C4-222A-ADAA-1288-91DED599DC3D}"/>
              </a:ext>
            </a:extLst>
          </p:cNvPr>
          <p:cNvSpPr/>
          <p:nvPr/>
        </p:nvSpPr>
        <p:spPr>
          <a:xfrm>
            <a:off x="553155" y="4614223"/>
            <a:ext cx="2764703" cy="27647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108847" tIns="54423" rIns="108847" bIns="54423" anchor="ctr" anchorCtr="0" compatLnSpc="0">
            <a:noAutofit/>
          </a:bodyPr>
          <a:lstStyle/>
          <a:p>
            <a:pPr hangingPunct="0">
              <a:defRPr b="1" i="1">
                <a:highlight>
                  <a:scrgbClr r="0" g="0" b="0">
                    <a:alpha val="0"/>
                  </a:scrgbClr>
                </a:highlight>
                <a:latin typeface="Liberation Serif" pitchFamily="18"/>
              </a:defRPr>
            </a:pPr>
            <a:r>
              <a:rPr lang="en-US" sz="2177" b="1" i="1">
                <a:highlight>
                  <a:scrgbClr r="0" g="0" b="0">
                    <a:alpha val="0"/>
                  </a:scrgbClr>
                </a:highlight>
                <a:latin typeface="Liberation Serif" pitchFamily="18"/>
                <a:ea typeface="Noto Sans CJK SC" pitchFamily="2"/>
                <a:cs typeface="Noto Sans Devanagari" pitchFamily="2"/>
              </a:rPr>
              <a:t>Presented by,</a:t>
            </a:r>
          </a:p>
        </p:txBody>
      </p:sp>
      <p:sp>
        <p:nvSpPr>
          <p:cNvPr id="6" name="TextBox 5">
            <a:extLst>
              <a:ext uri="{FF2B5EF4-FFF2-40B4-BE49-F238E27FC236}">
                <a16:creationId xmlns:a16="http://schemas.microsoft.com/office/drawing/2014/main" id="{3F8721B0-80D8-5188-8D6B-F3E1AF57A47A}"/>
              </a:ext>
            </a:extLst>
          </p:cNvPr>
          <p:cNvSpPr txBox="1"/>
          <p:nvPr/>
        </p:nvSpPr>
        <p:spPr>
          <a:xfrm>
            <a:off x="553154" y="4890694"/>
            <a:ext cx="4699996" cy="1413856"/>
          </a:xfrm>
          <a:prstGeom prst="rect">
            <a:avLst/>
          </a:prstGeom>
          <a:noFill/>
          <a:ln>
            <a:noFill/>
          </a:ln>
        </p:spPr>
        <p:txBody>
          <a:bodyPr vert="horz" wrap="square" lIns="108847" tIns="54423" rIns="108847" bIns="54423" anchorCtr="0" compatLnSpc="0">
            <a:spAutoFit/>
          </a:bodyPr>
          <a:lstStyle/>
          <a:p>
            <a:pPr hangingPunct="0"/>
            <a:r>
              <a:rPr lang="en-US" sz="2177" dirty="0">
                <a:latin typeface="Liberation Serif" pitchFamily="18"/>
                <a:ea typeface="Noto Sans CJK SC" pitchFamily="2"/>
                <a:cs typeface="Noto Sans Devanagari" pitchFamily="2"/>
              </a:rPr>
              <a:t>Vaddi Ugandhar – 42130516</a:t>
            </a:r>
          </a:p>
          <a:p>
            <a:pPr hangingPunct="0"/>
            <a:r>
              <a:rPr lang="en-US" sz="2177" dirty="0">
                <a:latin typeface="Liberation Serif" pitchFamily="18"/>
                <a:ea typeface="Noto Sans CJK SC" pitchFamily="2"/>
                <a:cs typeface="Noto Sans Devanagari" pitchFamily="2"/>
              </a:rPr>
              <a:t>G Tirupathi Reddy – 42130505</a:t>
            </a:r>
          </a:p>
          <a:p>
            <a:pPr hangingPunct="0"/>
            <a:r>
              <a:rPr lang="en-US" sz="2177" dirty="0">
                <a:latin typeface="Liberation Serif" pitchFamily="18"/>
                <a:ea typeface="Noto Sans CJK SC" pitchFamily="2"/>
                <a:cs typeface="Noto Sans Devanagari" pitchFamily="2"/>
              </a:rPr>
              <a:t>Pilla Sai Ram – 42130651</a:t>
            </a:r>
          </a:p>
          <a:p>
            <a:pPr hangingPunct="0"/>
            <a:endParaRPr lang="en-US" sz="2177" dirty="0">
              <a:latin typeface="DejaVu Serif" pitchFamily="18"/>
              <a:ea typeface="Noto Sans CJK SC" pitchFamily="2"/>
              <a:cs typeface="Noto Sans Devanagari" pitchFamily="2"/>
            </a:endParaRPr>
          </a:p>
        </p:txBody>
      </p:sp>
      <p:sp>
        <p:nvSpPr>
          <p:cNvPr id="7" name="Freeform: Shape 6">
            <a:extLst>
              <a:ext uri="{FF2B5EF4-FFF2-40B4-BE49-F238E27FC236}">
                <a16:creationId xmlns:a16="http://schemas.microsoft.com/office/drawing/2014/main" id="{E10DD12B-E752-8B57-4413-78283C0D8117}"/>
              </a:ext>
            </a:extLst>
          </p:cNvPr>
          <p:cNvSpPr/>
          <p:nvPr/>
        </p:nvSpPr>
        <p:spPr>
          <a:xfrm>
            <a:off x="8570794" y="5252936"/>
            <a:ext cx="2764703" cy="27647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108847" tIns="54423" rIns="108847" bIns="54423" anchor="ctr" anchorCtr="0" compatLnSpc="0">
            <a:noAutofit/>
          </a:bodyPr>
          <a:lstStyle/>
          <a:p>
            <a:pPr hangingPunct="0">
              <a:defRPr b="1" i="1">
                <a:highlight>
                  <a:scrgbClr r="0" g="0" b="0">
                    <a:alpha val="0"/>
                  </a:scrgbClr>
                </a:highlight>
                <a:latin typeface="Liberation Serif" pitchFamily="18"/>
              </a:defRPr>
            </a:pPr>
            <a:r>
              <a:rPr lang="en-US" sz="2177" b="1" i="1">
                <a:highlight>
                  <a:scrgbClr r="0" g="0" b="0">
                    <a:alpha val="0"/>
                  </a:scrgbClr>
                </a:highlight>
                <a:latin typeface="Liberation Serif" pitchFamily="18"/>
                <a:ea typeface="Noto Sans CJK SC" pitchFamily="2"/>
                <a:cs typeface="Noto Sans Devanagari" pitchFamily="2"/>
              </a:rPr>
              <a:t>Supervised by,</a:t>
            </a:r>
          </a:p>
        </p:txBody>
      </p:sp>
      <p:sp>
        <p:nvSpPr>
          <p:cNvPr id="8" name="TextBox 7">
            <a:extLst>
              <a:ext uri="{FF2B5EF4-FFF2-40B4-BE49-F238E27FC236}">
                <a16:creationId xmlns:a16="http://schemas.microsoft.com/office/drawing/2014/main" id="{CC9E4F0F-2432-B7F1-1362-418D686D4D88}"/>
              </a:ext>
            </a:extLst>
          </p:cNvPr>
          <p:cNvSpPr txBox="1"/>
          <p:nvPr/>
        </p:nvSpPr>
        <p:spPr>
          <a:xfrm>
            <a:off x="8570794" y="5529407"/>
            <a:ext cx="4699996" cy="430959"/>
          </a:xfrm>
          <a:prstGeom prst="rect">
            <a:avLst/>
          </a:prstGeom>
          <a:noFill/>
          <a:ln>
            <a:noFill/>
          </a:ln>
        </p:spPr>
        <p:txBody>
          <a:bodyPr vert="horz" wrap="square" lIns="108847" tIns="54423" rIns="108847" bIns="54423" anchorCtr="0" compatLnSpc="0">
            <a:spAutoFit/>
          </a:bodyPr>
          <a:lstStyle/>
          <a:p>
            <a:pPr hangingPunct="0"/>
            <a:r>
              <a:rPr lang="en-US" sz="2177" b="1">
                <a:latin typeface="Liberation Serif" pitchFamily="18"/>
                <a:ea typeface="Noto Sans CJK SC" pitchFamily="2"/>
                <a:cs typeface="Noto Sans Devanagari" pitchFamily="2"/>
              </a:rPr>
              <a:t>Dr.P.Chitra., M.E.,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0848-6C9C-A88A-8525-FBB52C6F963B}"/>
              </a:ext>
            </a:extLst>
          </p:cNvPr>
          <p:cNvSpPr txBox="1">
            <a:spLocks noGrp="1"/>
          </p:cNvSpPr>
          <p:nvPr>
            <p:ph type="title" idx="4294967295"/>
          </p:nvPr>
        </p:nvSpPr>
        <p:spPr/>
        <p:txBody>
          <a:bodyPr vert="horz"/>
          <a:lstStyle/>
          <a:p>
            <a:pPr lvl="0" rtl="0"/>
            <a:r>
              <a:rPr lang="en-US"/>
              <a:t>Literature Survey</a:t>
            </a:r>
          </a:p>
        </p:txBody>
      </p:sp>
      <p:graphicFrame>
        <p:nvGraphicFramePr>
          <p:cNvPr id="3" name="Table 2">
            <a:extLst>
              <a:ext uri="{FF2B5EF4-FFF2-40B4-BE49-F238E27FC236}">
                <a16:creationId xmlns:a16="http://schemas.microsoft.com/office/drawing/2014/main" id="{D4DF0783-5D50-04FD-A437-A334BA0A95FF}"/>
              </a:ext>
            </a:extLst>
          </p:cNvPr>
          <p:cNvGraphicFramePr>
            <a:graphicFrameLocks noGrp="1"/>
          </p:cNvGraphicFramePr>
          <p:nvPr/>
        </p:nvGraphicFramePr>
        <p:xfrm>
          <a:off x="259269" y="1680591"/>
          <a:ext cx="11611754" cy="4176794"/>
        </p:xfrm>
        <a:graphic>
          <a:graphicData uri="http://schemas.openxmlformats.org/drawingml/2006/table">
            <a:tbl>
              <a:tblPr firstRow="1" bandRow="1"/>
              <a:tblGrid>
                <a:gridCol w="3357264">
                  <a:extLst>
                    <a:ext uri="{9D8B030D-6E8A-4147-A177-3AD203B41FA5}">
                      <a16:colId xmlns:a16="http://schemas.microsoft.com/office/drawing/2014/main" val="2976932101"/>
                    </a:ext>
                  </a:extLst>
                </a:gridCol>
                <a:gridCol w="4730473">
                  <a:extLst>
                    <a:ext uri="{9D8B030D-6E8A-4147-A177-3AD203B41FA5}">
                      <a16:colId xmlns:a16="http://schemas.microsoft.com/office/drawing/2014/main" val="2808718458"/>
                    </a:ext>
                  </a:extLst>
                </a:gridCol>
                <a:gridCol w="3524017">
                  <a:extLst>
                    <a:ext uri="{9D8B030D-6E8A-4147-A177-3AD203B41FA5}">
                      <a16:colId xmlns:a16="http://schemas.microsoft.com/office/drawing/2014/main" val="2245820628"/>
                    </a:ext>
                  </a:extLst>
                </a:gridCol>
              </a:tblGrid>
              <a:tr h="706632">
                <a:tc>
                  <a:txBody>
                    <a:bodyPr/>
                    <a:lstStyle/>
                    <a:p>
                      <a:pPr marL="0" marR="0" lvl="0" indent="0" algn="ctr" hangingPunct="0">
                        <a:lnSpc>
                          <a:spcPct val="100000"/>
                        </a:lnSpc>
                        <a:spcBef>
                          <a:spcPts val="0"/>
                        </a:spcBef>
                        <a:spcAft>
                          <a:spcPts val="0"/>
                        </a:spcAft>
                        <a:buNone/>
                        <a:tabLst/>
                        <a:defRPr sz="1200" b="1"/>
                      </a:pPr>
                      <a:r>
                        <a:rPr lang="en-US" sz="1500" b="1" i="0" u="none" strike="noStrike" kern="1200" cap="none">
                          <a:ln>
                            <a:noFill/>
                          </a:ln>
                          <a:latin typeface="Liberation Sans" pitchFamily="18"/>
                          <a:ea typeface="Noto Sans CJK SC" pitchFamily="2"/>
                          <a:cs typeface="Noto Sans Devanagari" pitchFamily="2"/>
                        </a:rPr>
                        <a:t>Journal / Conference Publication</a:t>
                      </a:r>
                    </a:p>
                  </a:txBody>
                  <a:tcPr marL="110588" marR="110588" marT="55294" marB="55294"/>
                </a:tc>
                <a:tc>
                  <a:txBody>
                    <a:bodyPr/>
                    <a:lstStyle/>
                    <a:p>
                      <a:pPr marL="0" marR="0" lvl="0" indent="0" algn="ctr" hangingPunct="0">
                        <a:lnSpc>
                          <a:spcPct val="100000"/>
                        </a:lnSpc>
                        <a:spcBef>
                          <a:spcPts val="0"/>
                        </a:spcBef>
                        <a:spcAft>
                          <a:spcPts val="0"/>
                        </a:spcAft>
                        <a:buNone/>
                        <a:tabLst/>
                        <a:defRPr sz="1200" b="1"/>
                      </a:pPr>
                      <a:r>
                        <a:rPr lang="en-US" sz="1500" b="1" i="0" u="none" strike="noStrike" kern="1200" cap="none">
                          <a:ln>
                            <a:noFill/>
                          </a:ln>
                          <a:latin typeface="Liberation Sans" pitchFamily="18"/>
                          <a:ea typeface="Noto Sans CJK SC" pitchFamily="2"/>
                          <a:cs typeface="Noto Sans Devanagari" pitchFamily="2"/>
                        </a:rPr>
                        <a:t>Methodology</a:t>
                      </a:r>
                    </a:p>
                  </a:txBody>
                  <a:tcPr marL="110588" marR="110588" marT="55294" marB="55294"/>
                </a:tc>
                <a:tc>
                  <a:txBody>
                    <a:bodyPr/>
                    <a:lstStyle/>
                    <a:p>
                      <a:pPr marL="0" marR="0" lvl="0" indent="0" algn="ctr" hangingPunct="0">
                        <a:lnSpc>
                          <a:spcPct val="100000"/>
                        </a:lnSpc>
                        <a:spcBef>
                          <a:spcPts val="0"/>
                        </a:spcBef>
                        <a:spcAft>
                          <a:spcPts val="0"/>
                        </a:spcAft>
                        <a:buNone/>
                        <a:tabLst/>
                        <a:defRPr sz="1200" b="1"/>
                      </a:pPr>
                      <a:r>
                        <a:rPr lang="en-US" sz="1500" b="1" i="0" u="none" strike="noStrike" kern="1200" cap="none">
                          <a:ln>
                            <a:noFill/>
                          </a:ln>
                          <a:latin typeface="Liberation Sans" pitchFamily="18"/>
                          <a:ea typeface="Noto Sans CJK SC" pitchFamily="2"/>
                          <a:cs typeface="Noto Sans Devanagari" pitchFamily="2"/>
                        </a:rPr>
                        <a:t>Remarks</a:t>
                      </a:r>
                    </a:p>
                  </a:txBody>
                  <a:tcPr marL="110588" marR="110588" marT="55294" marB="55294"/>
                </a:tc>
                <a:extLst>
                  <a:ext uri="{0D108BD9-81ED-4DB2-BD59-A6C34878D82A}">
                    <a16:rowId xmlns:a16="http://schemas.microsoft.com/office/drawing/2014/main" val="1814102327"/>
                  </a:ext>
                </a:extLst>
              </a:tr>
              <a:tr h="1324010">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Influence of Xception and DenseNet121 Architectures for Plant Disease Detection – Kale et al., Communications on Applied Nonlinear Analysis, vol. 32 No. 4s (2025)</a:t>
                      </a:r>
                    </a:p>
                  </a:txBody>
                  <a:tcPr marL="110588" marR="110588" marT="55294" marB="55294"/>
                </a:tc>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Hybrid model combining DenseNet121 and Xception, trained on multiple plant datasets with extensive augmentation.</a:t>
                      </a:r>
                    </a:p>
                  </a:txBody>
                  <a:tcPr marL="110588" marR="110588" marT="55294" marB="55294"/>
                </a:tc>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Achieved 93.7% accuracy. Shows strong performance when combining both architectures</a:t>
                      </a:r>
                    </a:p>
                  </a:txBody>
                  <a:tcPr marL="110588" marR="110588" marT="55294" marB="55294"/>
                </a:tc>
                <a:extLst>
                  <a:ext uri="{0D108BD9-81ED-4DB2-BD59-A6C34878D82A}">
                    <a16:rowId xmlns:a16="http://schemas.microsoft.com/office/drawing/2014/main" val="1660877337"/>
                  </a:ext>
                </a:extLst>
              </a:tr>
              <a:tr h="993987">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Fine‑Tuned Xception Model for Potato Leaf Disease Classification – IC4S ’23 (published July 2024)</a:t>
                      </a:r>
                    </a:p>
                  </a:txBody>
                  <a:tcPr marL="110588" marR="110588" marT="55294" marB="55294"/>
                </a:tc>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Compared VGG19, DenseNet121, Xception, and a fine‑tuned Xception on PlantVillage.</a:t>
                      </a:r>
                    </a:p>
                  </a:txBody>
                  <a:tcPr marL="110588" marR="110588" marT="55294" marB="55294"/>
                </a:tc>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Fine‑tuned Xception led with 95.37% accuracy—outperforming DenseNet121 and Xception baselines .</a:t>
                      </a:r>
                    </a:p>
                  </a:txBody>
                  <a:tcPr marL="110588" marR="110588" marT="55294" marB="55294"/>
                </a:tc>
                <a:extLst>
                  <a:ext uri="{0D108BD9-81ED-4DB2-BD59-A6C34878D82A}">
                    <a16:rowId xmlns:a16="http://schemas.microsoft.com/office/drawing/2014/main" val="2377097517"/>
                  </a:ext>
                </a:extLst>
              </a:tr>
              <a:tr h="993987">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Plant Leaf Disease Detection Using Xception Model – Pantha &amp; Koju, JIPIRS, Sept 2024</a:t>
                      </a:r>
                    </a:p>
                  </a:txBody>
                  <a:tcPr marL="110588" marR="110588" marT="55294" marB="55294"/>
                </a:tc>
                <a:tc>
                  <a:txBody>
                    <a:bodyPr/>
                    <a:lstStyle/>
                    <a:p>
                      <a:pPr marL="0" marR="0" lvl="0" indent="0" algn="l" hangingPunct="0">
                        <a:lnSpc>
                          <a:spcPct val="100000"/>
                        </a:lnSpc>
                        <a:spcBef>
                          <a:spcPts val="0"/>
                        </a:spcBef>
                        <a:spcAft>
                          <a:spcPts val="0"/>
                        </a:spcAft>
                        <a:buNone/>
                        <a:tabLst/>
                        <a:defRPr sz="1200"/>
                      </a:pPr>
                      <a:r>
                        <a:rPr lang="en-US" sz="1500" b="0" i="0" u="none" strike="noStrike" kern="1200" cap="none">
                          <a:ln>
                            <a:noFill/>
                          </a:ln>
                          <a:latin typeface="Liberation Sans" pitchFamily="18"/>
                          <a:ea typeface="Noto Sans CJK SC" pitchFamily="2"/>
                          <a:cs typeface="Noto Sans Devanagari" pitchFamily="2"/>
                        </a:rPr>
                        <a:t>Transfer‑learning with Xception, benchmarked against logistic regression, decision tree on custom dataset.</a:t>
                      </a:r>
                    </a:p>
                  </a:txBody>
                  <a:tcPr marL="110588" marR="110588" marT="55294" marB="55294"/>
                </a:tc>
                <a:tc>
                  <a:txBody>
                    <a:bodyPr/>
                    <a:lstStyle/>
                    <a:p>
                      <a:pPr marL="0" marR="0" lvl="0" indent="0" algn="l" hangingPunct="0">
                        <a:lnSpc>
                          <a:spcPct val="100000"/>
                        </a:lnSpc>
                        <a:spcBef>
                          <a:spcPts val="0"/>
                        </a:spcBef>
                        <a:spcAft>
                          <a:spcPts val="0"/>
                        </a:spcAft>
                        <a:buNone/>
                        <a:tabLst/>
                      </a:pPr>
                      <a:r>
                        <a:rPr lang="en-US" sz="1500" b="0" i="0" u="none" strike="noStrike" kern="1200" cap="none">
                          <a:ln>
                            <a:noFill/>
                          </a:ln>
                          <a:latin typeface="Liberation Sans" pitchFamily="18"/>
                          <a:ea typeface="Noto Sans CJK SC" pitchFamily="2"/>
                          <a:cs typeface="Noto Sans Devanagari" pitchFamily="2"/>
                        </a:rPr>
                        <a:t>Xception reached 98.3% accuracy, outperforming classic ML classifiers .</a:t>
                      </a:r>
                    </a:p>
                  </a:txBody>
                  <a:tcPr marL="110588" marR="110588" marT="55294" marB="55294"/>
                </a:tc>
                <a:extLst>
                  <a:ext uri="{0D108BD9-81ED-4DB2-BD59-A6C34878D82A}">
                    <a16:rowId xmlns:a16="http://schemas.microsoft.com/office/drawing/2014/main" val="4058236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457199" y="2103120"/>
            <a:ext cx="3848101" cy="1325563"/>
          </a:xfrm>
        </p:spPr>
        <p:txBody>
          <a:bodyPr/>
          <a:lstStyle/>
          <a:p>
            <a:r>
              <a:rPr lang="en-US" dirty="0"/>
              <a:t>Introduction </a:t>
            </a:r>
          </a:p>
        </p:txBody>
      </p:sp>
      <p:sp>
        <p:nvSpPr>
          <p:cNvPr id="6" name="Slide Number Placeholder 5">
            <a:extLst>
              <a:ext uri="{FF2B5EF4-FFF2-40B4-BE49-F238E27FC236}">
                <a16:creationId xmlns:a16="http://schemas.microsoft.com/office/drawing/2014/main" id="{072CB36A-F473-4B86-BCEF-98BF329468DC}"/>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3</a:t>
            </a:fld>
            <a:endParaRPr lang="en-US" dirty="0"/>
          </a:p>
        </p:txBody>
      </p:sp>
      <p:sp>
        <p:nvSpPr>
          <p:cNvPr id="9" name="Rectangle 1">
            <a:extLst>
              <a:ext uri="{FF2B5EF4-FFF2-40B4-BE49-F238E27FC236}">
                <a16:creationId xmlns:a16="http://schemas.microsoft.com/office/drawing/2014/main" id="{8AEDBFA0-E6FD-2A04-F8B9-7DCBB6DD54D6}"/>
              </a:ext>
            </a:extLst>
          </p:cNvPr>
          <p:cNvSpPr>
            <a:spLocks noGrp="1" noChangeArrowheads="1"/>
          </p:cNvSpPr>
          <p:nvPr>
            <p:ph type="body" sz="quarter" idx="16"/>
          </p:nvPr>
        </p:nvSpPr>
        <p:spPr bwMode="auto">
          <a:xfrm>
            <a:off x="6456218" y="1028345"/>
            <a:ext cx="527858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None/>
            </a:pPr>
            <a:r>
              <a:rPr lang="en-US" altLang="en-US" dirty="0">
                <a:solidFill>
                  <a:schemeClr val="tx1"/>
                </a:solidFill>
                <a:latin typeface="Arial" panose="020B0604020202020204" pitchFamily="34" charset="0"/>
              </a:rPr>
              <a:t>1. Traditional plant disease detection is manual, time-consuming, and often inaccurate.</a:t>
            </a: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None/>
            </a:pPr>
            <a:r>
              <a:rPr lang="en-US" altLang="en-US" dirty="0">
                <a:solidFill>
                  <a:schemeClr val="tx1"/>
                </a:solidFill>
                <a:latin typeface="Arial" panose="020B0604020202020204" pitchFamily="34" charset="0"/>
              </a:rPr>
              <a:t>2. This project uses image processing and machine learning to automatically identify plant diseases from leaf images.</a:t>
            </a: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None/>
            </a:pPr>
            <a:r>
              <a:rPr lang="en-US" altLang="en-US" dirty="0">
                <a:solidFill>
                  <a:schemeClr val="tx1"/>
                </a:solidFill>
                <a:latin typeface="Arial" panose="020B0604020202020204" pitchFamily="34" charset="0"/>
              </a:rPr>
              <a:t>3. It provides farmers with disease classification and suggests suitable fertilizer guidance.</a:t>
            </a: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None/>
            </a:pPr>
            <a:r>
              <a:rPr lang="en-US" altLang="en-US" dirty="0">
                <a:solidFill>
                  <a:schemeClr val="tx1"/>
                </a:solidFill>
                <a:latin typeface="Arial" panose="020B0604020202020204" pitchFamily="34" charset="0"/>
              </a:rPr>
              <a:t>4. Aims to improve crop health, reduce losses, and support sustainable agriculture through technology.</a:t>
            </a: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None/>
            </a:pPr>
            <a:r>
              <a:rPr lang="en-US" altLang="en-US" dirty="0">
                <a:solidFill>
                  <a:schemeClr val="tx1"/>
                </a:solidFill>
                <a:latin typeface="Arial" panose="020B0604020202020204" pitchFamily="34" charset="0"/>
              </a:rPr>
              <a:t>5. Helps in timely intervention and efficient farm management.</a:t>
            </a: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343084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389-2374-4677-B8BB-59410CCC32FD}"/>
              </a:ext>
            </a:extLst>
          </p:cNvPr>
          <p:cNvSpPr>
            <a:spLocks noGrp="1"/>
          </p:cNvSpPr>
          <p:nvPr>
            <p:ph type="title"/>
          </p:nvPr>
        </p:nvSpPr>
        <p:spPr>
          <a:xfrm>
            <a:off x="457200" y="381000"/>
            <a:ext cx="11277600" cy="1325563"/>
          </a:xfrm>
        </p:spPr>
        <p:txBody>
          <a:bodyPr/>
          <a:lstStyle/>
          <a:p>
            <a:r>
              <a:rPr lang="en-US" dirty="0"/>
              <a:t>Dataflow</a:t>
            </a:r>
          </a:p>
        </p:txBody>
      </p:sp>
      <p:graphicFrame>
        <p:nvGraphicFramePr>
          <p:cNvPr id="9" name="Content Placeholder 3" descr="Timeline">
            <a:extLst>
              <a:ext uri="{FF2B5EF4-FFF2-40B4-BE49-F238E27FC236}">
                <a16:creationId xmlns:a16="http://schemas.microsoft.com/office/drawing/2014/main" id="{F8E85272-AE17-4E39-BF3C-2FD0539FAA99}"/>
              </a:ext>
            </a:extLst>
          </p:cNvPr>
          <p:cNvGraphicFramePr>
            <a:graphicFrameLocks noGrp="1"/>
          </p:cNvGraphicFramePr>
          <p:nvPr>
            <p:ph idx="1"/>
            <p:extLst>
              <p:ext uri="{D42A27DB-BD31-4B8C-83A1-F6EECF244321}">
                <p14:modId xmlns:p14="http://schemas.microsoft.com/office/powerpoint/2010/main" val="1606956455"/>
              </p:ext>
            </p:extLst>
          </p:nvPr>
        </p:nvGraphicFramePr>
        <p:xfrm>
          <a:off x="457200" y="1825625"/>
          <a:ext cx="114300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BD9A0010-CB64-46BA-9DD5-2071C0A76E75}"/>
              </a:ext>
            </a:extLst>
          </p:cNvPr>
          <p:cNvSpPr>
            <a:spLocks noGrp="1"/>
          </p:cNvSpPr>
          <p:nvPr>
            <p:ph type="sldNum" sz="quarter" idx="12"/>
          </p:nvPr>
        </p:nvSpPr>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148949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629C894E-18C6-4FE6-966C-DC692B0C1F4D}"/>
              </a:ext>
            </a:extLst>
          </p:cNvPr>
          <p:cNvSpPr>
            <a:spLocks noGrp="1"/>
          </p:cNvSpPr>
          <p:nvPr>
            <p:ph type="title"/>
          </p:nvPr>
        </p:nvSpPr>
        <p:spPr>
          <a:xfrm>
            <a:off x="457200" y="381000"/>
            <a:ext cx="11277600" cy="1325563"/>
          </a:xfrm>
        </p:spPr>
        <p:txBody>
          <a:bodyPr/>
          <a:lstStyle/>
          <a:p>
            <a:r>
              <a:rPr lang="en-US" dirty="0"/>
              <a:t>Modules used</a:t>
            </a:r>
          </a:p>
        </p:txBody>
      </p:sp>
      <p:sp>
        <p:nvSpPr>
          <p:cNvPr id="44" name="Text Placeholder 43">
            <a:extLst>
              <a:ext uri="{FF2B5EF4-FFF2-40B4-BE49-F238E27FC236}">
                <a16:creationId xmlns:a16="http://schemas.microsoft.com/office/drawing/2014/main" id="{80D961AF-1DBB-4CE4-8AE9-D557F09F7520}"/>
              </a:ext>
            </a:extLst>
          </p:cNvPr>
          <p:cNvSpPr>
            <a:spLocks noGrp="1"/>
          </p:cNvSpPr>
          <p:nvPr>
            <p:ph type="body" sz="quarter" idx="19"/>
          </p:nvPr>
        </p:nvSpPr>
        <p:spPr>
          <a:xfrm>
            <a:off x="5587873" y="4356705"/>
            <a:ext cx="2286000" cy="280027"/>
          </a:xfrm>
        </p:spPr>
        <p:txBody>
          <a:bodyPr/>
          <a:lstStyle/>
          <a:p>
            <a:r>
              <a:rPr lang="en-IN" dirty="0" err="1"/>
              <a:t>Xception</a:t>
            </a:r>
            <a:endParaRPr lang="en-IN" dirty="0"/>
          </a:p>
        </p:txBody>
      </p:sp>
      <p:sp>
        <p:nvSpPr>
          <p:cNvPr id="48" name="Text Placeholder 47">
            <a:extLst>
              <a:ext uri="{FF2B5EF4-FFF2-40B4-BE49-F238E27FC236}">
                <a16:creationId xmlns:a16="http://schemas.microsoft.com/office/drawing/2014/main" id="{00935432-77FA-4A05-9EE8-EEC67E9D7559}"/>
              </a:ext>
            </a:extLst>
          </p:cNvPr>
          <p:cNvSpPr>
            <a:spLocks noGrp="1"/>
          </p:cNvSpPr>
          <p:nvPr>
            <p:ph type="body" sz="quarter" idx="23"/>
          </p:nvPr>
        </p:nvSpPr>
        <p:spPr>
          <a:xfrm>
            <a:off x="9448800" y="4367048"/>
            <a:ext cx="2286000" cy="280027"/>
          </a:xfrm>
        </p:spPr>
        <p:txBody>
          <a:bodyPr/>
          <a:lstStyle/>
          <a:p>
            <a:r>
              <a:rPr lang="en-US" dirty="0"/>
              <a:t>Ensemble Learning</a:t>
            </a:r>
          </a:p>
        </p:txBody>
      </p:sp>
      <p:sp>
        <p:nvSpPr>
          <p:cNvPr id="4" name="Slide Number Placeholder 3">
            <a:extLst>
              <a:ext uri="{FF2B5EF4-FFF2-40B4-BE49-F238E27FC236}">
                <a16:creationId xmlns:a16="http://schemas.microsoft.com/office/drawing/2014/main" id="{533382DC-C894-407F-BAC2-1C1C5A1C5F4A}"/>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5</a:t>
            </a:fld>
            <a:endParaRPr lang="en-US" dirty="0"/>
          </a:p>
        </p:txBody>
      </p:sp>
      <p:pic>
        <p:nvPicPr>
          <p:cNvPr id="2050" name="Picture 2" descr="DenseNet | Papers With Code">
            <a:extLst>
              <a:ext uri="{FF2B5EF4-FFF2-40B4-BE49-F238E27FC236}">
                <a16:creationId xmlns:a16="http://schemas.microsoft.com/office/drawing/2014/main" id="{46AE35B7-391C-D27D-7970-FB845DA06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2249742"/>
            <a:ext cx="2447925" cy="18669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6">
            <a:extLst>
              <a:ext uri="{FF2B5EF4-FFF2-40B4-BE49-F238E27FC236}">
                <a16:creationId xmlns:a16="http://schemas.microsoft.com/office/drawing/2014/main" id="{B4A30827-4016-12E4-69AF-BAACD0EDC0F4}"/>
              </a:ext>
            </a:extLst>
          </p:cNvPr>
          <p:cNvSpPr>
            <a:spLocks noGrp="1"/>
          </p:cNvSpPr>
          <p:nvPr>
            <p:ph type="body" sz="quarter" idx="17"/>
          </p:nvPr>
        </p:nvSpPr>
        <p:spPr>
          <a:xfrm>
            <a:off x="681037" y="4364185"/>
            <a:ext cx="2286000" cy="280027"/>
          </a:xfrm>
        </p:spPr>
        <p:txBody>
          <a:bodyPr/>
          <a:lstStyle/>
          <a:p>
            <a:r>
              <a:rPr lang="en-IN" dirty="0"/>
              <a:t>DenseNet121</a:t>
            </a:r>
          </a:p>
          <a:p>
            <a:endParaRPr lang="en-IN" dirty="0"/>
          </a:p>
        </p:txBody>
      </p:sp>
      <p:pic>
        <p:nvPicPr>
          <p:cNvPr id="2056" name="Picture 8" descr="Xception Model: Analyzing Depthwise Separable Convolutions - viso.ai">
            <a:extLst>
              <a:ext uri="{FF2B5EF4-FFF2-40B4-BE49-F238E27FC236}">
                <a16:creationId xmlns:a16="http://schemas.microsoft.com/office/drawing/2014/main" id="{2BCA0323-9C39-4BAF-E082-F7BFBF4B8F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0958" y="2060764"/>
            <a:ext cx="4611259" cy="224485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nsemble Learning Techniques: A Walkthrough with Random Forests in Python -  KDnuggets">
            <a:extLst>
              <a:ext uri="{FF2B5EF4-FFF2-40B4-BE49-F238E27FC236}">
                <a16:creationId xmlns:a16="http://schemas.microsoft.com/office/drawing/2014/main" id="{BC564CD0-F881-8ABC-42B6-010DE0338F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5176" y="1969306"/>
            <a:ext cx="3301039" cy="2360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530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E1F1C425-C683-0BA1-5442-434E9C68CB20}"/>
              </a:ext>
            </a:extLst>
          </p:cNvPr>
          <p:cNvSpPr>
            <a:spLocks noGrp="1"/>
          </p:cNvSpPr>
          <p:nvPr>
            <p:ph type="sldNum" sz="quarter" idx="12"/>
          </p:nvPr>
        </p:nvSpPr>
        <p:spPr/>
        <p:txBody>
          <a:bodyPr/>
          <a:lstStyle/>
          <a:p>
            <a:fld id="{294A09A9-5501-47C1-A89A-A340965A2BE2}" type="slidenum">
              <a:rPr lang="en-US" smtClean="0"/>
              <a:t>6</a:t>
            </a:fld>
            <a:endParaRPr lang="en-US" dirty="0"/>
          </a:p>
        </p:txBody>
      </p:sp>
      <p:sp>
        <p:nvSpPr>
          <p:cNvPr id="18" name="Text Placeholder 6">
            <a:extLst>
              <a:ext uri="{FF2B5EF4-FFF2-40B4-BE49-F238E27FC236}">
                <a16:creationId xmlns:a16="http://schemas.microsoft.com/office/drawing/2014/main" id="{A54EE27C-9CDA-E3BF-0C4D-541AAB7CCC71}"/>
              </a:ext>
            </a:extLst>
          </p:cNvPr>
          <p:cNvSpPr>
            <a:spLocks noGrp="1"/>
          </p:cNvSpPr>
          <p:nvPr>
            <p:ph type="title"/>
          </p:nvPr>
        </p:nvSpPr>
        <p:spPr>
          <a:xfrm>
            <a:off x="457200" y="381000"/>
            <a:ext cx="11277600" cy="1325563"/>
          </a:xfrm>
        </p:spPr>
        <p:txBody>
          <a:bodyPr/>
          <a:lstStyle/>
          <a:p>
            <a:r>
              <a:rPr lang="en-IN" dirty="0"/>
              <a:t>DenseNet121</a:t>
            </a:r>
          </a:p>
        </p:txBody>
      </p:sp>
      <p:sp>
        <p:nvSpPr>
          <p:cNvPr id="19" name="TextBox 18">
            <a:extLst>
              <a:ext uri="{FF2B5EF4-FFF2-40B4-BE49-F238E27FC236}">
                <a16:creationId xmlns:a16="http://schemas.microsoft.com/office/drawing/2014/main" id="{A1127058-FF5A-30B8-53F9-9FAF0A109579}"/>
              </a:ext>
            </a:extLst>
          </p:cNvPr>
          <p:cNvSpPr txBox="1"/>
          <p:nvPr/>
        </p:nvSpPr>
        <p:spPr>
          <a:xfrm>
            <a:off x="674255" y="1819564"/>
            <a:ext cx="8552872" cy="3337965"/>
          </a:xfrm>
          <a:prstGeom prst="rect">
            <a:avLst/>
          </a:prstGeom>
          <a:noFill/>
        </p:spPr>
        <p:txBody>
          <a:bodyPr wrap="square" rtlCol="0">
            <a:spAutoFit/>
          </a:bodyPr>
          <a:lstStyle/>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Each layer is connected to </a:t>
            </a:r>
            <a:r>
              <a:rPr lang="en-US" altLang="en-US" b="1" dirty="0">
                <a:latin typeface="Arial" panose="020B0604020202020204" pitchFamily="34" charset="0"/>
              </a:rPr>
              <a:t>all previous layers</a:t>
            </a:r>
            <a:r>
              <a:rPr lang="en-US" altLang="en-US" dirty="0">
                <a:latin typeface="Arial" panose="020B0604020202020204" pitchFamily="34" charset="0"/>
              </a:rPr>
              <a:t> (dense connections).</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Promotes </a:t>
            </a:r>
            <a:r>
              <a:rPr lang="en-US" altLang="en-US" b="1" dirty="0">
                <a:latin typeface="Arial" panose="020B0604020202020204" pitchFamily="34" charset="0"/>
              </a:rPr>
              <a:t>feature reuse</a:t>
            </a:r>
            <a:r>
              <a:rPr lang="en-US" altLang="en-US" dirty="0">
                <a:latin typeface="Arial" panose="020B0604020202020204" pitchFamily="34" charset="0"/>
              </a:rPr>
              <a:t>, reducing the number of parameters.</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Solves the </a:t>
            </a:r>
            <a:r>
              <a:rPr lang="en-US" altLang="en-US" b="1" dirty="0">
                <a:latin typeface="Arial" panose="020B0604020202020204" pitchFamily="34" charset="0"/>
              </a:rPr>
              <a:t>vanishing gradient</a:t>
            </a:r>
            <a:r>
              <a:rPr lang="en-US" altLang="en-US" dirty="0">
                <a:latin typeface="Arial" panose="020B0604020202020204" pitchFamily="34" charset="0"/>
              </a:rPr>
              <a:t> problem effectively.</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Requires </a:t>
            </a:r>
            <a:r>
              <a:rPr lang="en-US" altLang="en-US" b="1" dirty="0">
                <a:latin typeface="Arial" panose="020B0604020202020204" pitchFamily="34" charset="0"/>
              </a:rPr>
              <a:t>less computation</a:t>
            </a:r>
            <a:r>
              <a:rPr lang="en-US" altLang="en-US" dirty="0">
                <a:latin typeface="Arial" panose="020B0604020202020204" pitchFamily="34" charset="0"/>
              </a:rPr>
              <a:t> and memory compared to traditional CNNs.</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Good for tasks with </a:t>
            </a:r>
            <a:r>
              <a:rPr lang="en-US" altLang="en-US" b="1" dirty="0">
                <a:latin typeface="Arial" panose="020B0604020202020204" pitchFamily="34" charset="0"/>
              </a:rPr>
              <a:t>limited data</a:t>
            </a:r>
            <a:r>
              <a:rPr lang="en-US" altLang="en-US" dirty="0">
                <a:latin typeface="Arial" panose="020B0604020202020204" pitchFamily="34" charset="0"/>
              </a:rPr>
              <a:t> and </a:t>
            </a:r>
            <a:r>
              <a:rPr lang="en-US" altLang="en-US" b="1" dirty="0">
                <a:latin typeface="Arial" panose="020B0604020202020204" pitchFamily="34" charset="0"/>
              </a:rPr>
              <a:t>deep architectures</a:t>
            </a:r>
            <a:r>
              <a:rPr lang="en-US" altLang="en-US" dirty="0">
                <a:latin typeface="Arial" panose="020B0604020202020204" pitchFamily="34" charset="0"/>
              </a:rPr>
              <a:t>.</a:t>
            </a:r>
          </a:p>
          <a:p>
            <a:pPr marL="285750" indent="-285750">
              <a:lnSpc>
                <a:spcPct val="200000"/>
              </a:lnSpc>
              <a:buFont typeface="Wingdings" panose="05000000000000000000" pitchFamily="2" charset="2"/>
              <a:buChar char="Ø"/>
            </a:pPr>
            <a:endParaRPr lang="en-IN" dirty="0"/>
          </a:p>
        </p:txBody>
      </p:sp>
    </p:spTree>
    <p:extLst>
      <p:ext uri="{BB962C8B-B14F-4D97-AF65-F5344CB8AC3E}">
        <p14:creationId xmlns:p14="http://schemas.microsoft.com/office/powerpoint/2010/main" val="2387144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556CA-63F7-1931-E956-243E8163D7C5}"/>
            </a:ext>
          </a:extLst>
        </p:cNvPr>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F73871EF-8FD9-65DA-222E-5D3B6C8E4F67}"/>
              </a:ext>
            </a:extLst>
          </p:cNvPr>
          <p:cNvSpPr>
            <a:spLocks noGrp="1"/>
          </p:cNvSpPr>
          <p:nvPr>
            <p:ph type="sldNum" sz="quarter" idx="12"/>
          </p:nvPr>
        </p:nvSpPr>
        <p:spPr/>
        <p:txBody>
          <a:bodyPr/>
          <a:lstStyle/>
          <a:p>
            <a:fld id="{294A09A9-5501-47C1-A89A-A340965A2BE2}" type="slidenum">
              <a:rPr lang="en-US" smtClean="0"/>
              <a:t>7</a:t>
            </a:fld>
            <a:endParaRPr lang="en-US" dirty="0"/>
          </a:p>
        </p:txBody>
      </p:sp>
      <p:sp>
        <p:nvSpPr>
          <p:cNvPr id="18" name="Text Placeholder 6">
            <a:extLst>
              <a:ext uri="{FF2B5EF4-FFF2-40B4-BE49-F238E27FC236}">
                <a16:creationId xmlns:a16="http://schemas.microsoft.com/office/drawing/2014/main" id="{36406A66-C1EB-03CB-8D64-33619AFC3F0A}"/>
              </a:ext>
            </a:extLst>
          </p:cNvPr>
          <p:cNvSpPr>
            <a:spLocks noGrp="1"/>
          </p:cNvSpPr>
          <p:nvPr>
            <p:ph type="title"/>
          </p:nvPr>
        </p:nvSpPr>
        <p:spPr>
          <a:xfrm>
            <a:off x="457200" y="381000"/>
            <a:ext cx="11277600" cy="1325563"/>
          </a:xfrm>
        </p:spPr>
        <p:txBody>
          <a:bodyPr/>
          <a:lstStyle/>
          <a:p>
            <a:r>
              <a:rPr lang="en-IN" dirty="0" err="1"/>
              <a:t>Xception</a:t>
            </a:r>
            <a:endParaRPr lang="en-IN" dirty="0"/>
          </a:p>
        </p:txBody>
      </p:sp>
      <p:sp>
        <p:nvSpPr>
          <p:cNvPr id="19" name="TextBox 18">
            <a:extLst>
              <a:ext uri="{FF2B5EF4-FFF2-40B4-BE49-F238E27FC236}">
                <a16:creationId xmlns:a16="http://schemas.microsoft.com/office/drawing/2014/main" id="{3B606568-287E-1C88-FA9B-894770780C60}"/>
              </a:ext>
            </a:extLst>
          </p:cNvPr>
          <p:cNvSpPr txBox="1"/>
          <p:nvPr/>
        </p:nvSpPr>
        <p:spPr>
          <a:xfrm>
            <a:off x="674255" y="1819564"/>
            <a:ext cx="9513454" cy="2776401"/>
          </a:xfrm>
          <a:prstGeom prst="rect">
            <a:avLst/>
          </a:prstGeom>
          <a:noFill/>
        </p:spPr>
        <p:txBody>
          <a:bodyPr wrap="square" rtlCol="0">
            <a:spAutoFit/>
          </a:bodyPr>
          <a:lstStyle/>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Based on the idea of </a:t>
            </a:r>
            <a:r>
              <a:rPr lang="en-US" altLang="en-US" b="1" dirty="0" err="1">
                <a:latin typeface="Arial" panose="020B0604020202020204" pitchFamily="34" charset="0"/>
              </a:rPr>
              <a:t>depthwise</a:t>
            </a:r>
            <a:r>
              <a:rPr lang="en-US" altLang="en-US" b="1" dirty="0">
                <a:latin typeface="Arial" panose="020B0604020202020204" pitchFamily="34" charset="0"/>
              </a:rPr>
              <a:t> separable convolutions</a:t>
            </a:r>
            <a:r>
              <a:rPr lang="en-US" altLang="en-US" dirty="0">
                <a:latin typeface="Arial" panose="020B0604020202020204" pitchFamily="34" charset="0"/>
              </a:rPr>
              <a:t>.</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Improves performance by replacing standard convolutions with </a:t>
            </a:r>
            <a:r>
              <a:rPr lang="en-US" altLang="en-US" b="1" dirty="0">
                <a:latin typeface="Arial" panose="020B0604020202020204" pitchFamily="34" charset="0"/>
              </a:rPr>
              <a:t>efficient operations</a:t>
            </a:r>
            <a:r>
              <a:rPr lang="en-US" altLang="en-US" dirty="0">
                <a:latin typeface="Arial" panose="020B0604020202020204" pitchFamily="34" charset="0"/>
              </a:rPr>
              <a:t>.</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Inspired by </a:t>
            </a:r>
            <a:r>
              <a:rPr lang="en-US" altLang="en-US" b="1" dirty="0">
                <a:latin typeface="Arial" panose="020B0604020202020204" pitchFamily="34" charset="0"/>
              </a:rPr>
              <a:t>Inception architecture</a:t>
            </a:r>
            <a:r>
              <a:rPr lang="en-US" altLang="en-US" dirty="0">
                <a:latin typeface="Arial" panose="020B0604020202020204" pitchFamily="34" charset="0"/>
              </a:rPr>
              <a:t>, but more streamlined.</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b="1" dirty="0">
                <a:latin typeface="Arial" panose="020B0604020202020204" pitchFamily="34" charset="0"/>
              </a:rPr>
              <a:t>Deeper and more accurate</a:t>
            </a:r>
            <a:r>
              <a:rPr lang="en-US" altLang="en-US" dirty="0">
                <a:latin typeface="Arial" panose="020B0604020202020204" pitchFamily="34" charset="0"/>
              </a:rPr>
              <a:t> than Inception V3 on many benchmarks.</a:t>
            </a:r>
          </a:p>
          <a:p>
            <a:pPr marL="285750" lvl="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Combines </a:t>
            </a:r>
            <a:r>
              <a:rPr lang="en-US" altLang="en-US" b="1" dirty="0" err="1">
                <a:latin typeface="Arial" panose="020B0604020202020204" pitchFamily="34" charset="0"/>
              </a:rPr>
              <a:t>depthwise</a:t>
            </a:r>
            <a:r>
              <a:rPr lang="en-US" altLang="en-US" b="1" dirty="0">
                <a:latin typeface="Arial" panose="020B0604020202020204" pitchFamily="34" charset="0"/>
              </a:rPr>
              <a:t> and pointwise</a:t>
            </a:r>
            <a:r>
              <a:rPr lang="en-US" altLang="en-US" dirty="0">
                <a:latin typeface="Arial" panose="020B0604020202020204" pitchFamily="34" charset="0"/>
              </a:rPr>
              <a:t> convolutions for speed and accuracy.</a:t>
            </a:r>
          </a:p>
        </p:txBody>
      </p:sp>
    </p:spTree>
    <p:extLst>
      <p:ext uri="{BB962C8B-B14F-4D97-AF65-F5344CB8AC3E}">
        <p14:creationId xmlns:p14="http://schemas.microsoft.com/office/powerpoint/2010/main" val="94293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FAA44-308C-59D6-2FF8-98E15051AA4A}"/>
            </a:ext>
          </a:extLst>
        </p:cNvPr>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0369C418-74FE-D02A-4C44-B0A1A861F36A}"/>
              </a:ext>
            </a:extLst>
          </p:cNvPr>
          <p:cNvSpPr>
            <a:spLocks noGrp="1"/>
          </p:cNvSpPr>
          <p:nvPr>
            <p:ph type="sldNum" sz="quarter" idx="12"/>
          </p:nvPr>
        </p:nvSpPr>
        <p:spPr/>
        <p:txBody>
          <a:bodyPr/>
          <a:lstStyle/>
          <a:p>
            <a:fld id="{294A09A9-5501-47C1-A89A-A340965A2BE2}" type="slidenum">
              <a:rPr lang="en-US" smtClean="0"/>
              <a:t>8</a:t>
            </a:fld>
            <a:endParaRPr lang="en-US" dirty="0"/>
          </a:p>
        </p:txBody>
      </p:sp>
      <p:sp>
        <p:nvSpPr>
          <p:cNvPr id="18" name="Text Placeholder 6">
            <a:extLst>
              <a:ext uri="{FF2B5EF4-FFF2-40B4-BE49-F238E27FC236}">
                <a16:creationId xmlns:a16="http://schemas.microsoft.com/office/drawing/2014/main" id="{7F552779-54FD-CB0D-4309-333F8FBA4BFC}"/>
              </a:ext>
            </a:extLst>
          </p:cNvPr>
          <p:cNvSpPr>
            <a:spLocks noGrp="1"/>
          </p:cNvSpPr>
          <p:nvPr>
            <p:ph type="title"/>
          </p:nvPr>
        </p:nvSpPr>
        <p:spPr>
          <a:xfrm>
            <a:off x="457200" y="381000"/>
            <a:ext cx="11277600" cy="1325563"/>
          </a:xfrm>
        </p:spPr>
        <p:txBody>
          <a:bodyPr/>
          <a:lstStyle/>
          <a:p>
            <a:r>
              <a:rPr lang="en-IN" dirty="0"/>
              <a:t>Outputs</a:t>
            </a:r>
          </a:p>
        </p:txBody>
      </p:sp>
      <p:pic>
        <p:nvPicPr>
          <p:cNvPr id="6" name="Picture 5">
            <a:extLst>
              <a:ext uri="{FF2B5EF4-FFF2-40B4-BE49-F238E27FC236}">
                <a16:creationId xmlns:a16="http://schemas.microsoft.com/office/drawing/2014/main" id="{C6FED6A1-5FDD-C6BC-D55E-6650B4FD4C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5355" y="1400652"/>
            <a:ext cx="4416499" cy="248377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FDD427E-8102-D0AE-F8F1-F440C5581B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02857" y="1400652"/>
            <a:ext cx="4483353" cy="2522266"/>
          </a:xfrm>
          <a:prstGeom prst="rect">
            <a:avLst/>
          </a:prstGeom>
        </p:spPr>
      </p:pic>
      <p:pic>
        <p:nvPicPr>
          <p:cNvPr id="8" name="Picture 7">
            <a:extLst>
              <a:ext uri="{FF2B5EF4-FFF2-40B4-BE49-F238E27FC236}">
                <a16:creationId xmlns:a16="http://schemas.microsoft.com/office/drawing/2014/main" id="{56BB9924-F53E-0EC2-5F94-7AEA717E96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6368" y="4178488"/>
            <a:ext cx="4415486" cy="2483774"/>
          </a:xfrm>
          <a:prstGeom prst="rect">
            <a:avLst/>
          </a:prstGeom>
        </p:spPr>
      </p:pic>
      <p:pic>
        <p:nvPicPr>
          <p:cNvPr id="9" name="Picture 8">
            <a:extLst>
              <a:ext uri="{FF2B5EF4-FFF2-40B4-BE49-F238E27FC236}">
                <a16:creationId xmlns:a16="http://schemas.microsoft.com/office/drawing/2014/main" id="{24C86615-B276-AF42-A525-4AC4B424C1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2857" y="4178488"/>
            <a:ext cx="4415486" cy="2483774"/>
          </a:xfrm>
          <a:prstGeom prst="rect">
            <a:avLst/>
          </a:prstGeom>
        </p:spPr>
      </p:pic>
    </p:spTree>
    <p:extLst>
      <p:ext uri="{BB962C8B-B14F-4D97-AF65-F5344CB8AC3E}">
        <p14:creationId xmlns:p14="http://schemas.microsoft.com/office/powerpoint/2010/main" val="1112481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B9FBE-6A73-B307-0920-61BF7A827F81}"/>
              </a:ext>
            </a:extLst>
          </p:cNvPr>
          <p:cNvSpPr>
            <a:spLocks noGrp="1"/>
          </p:cNvSpPr>
          <p:nvPr>
            <p:ph type="title"/>
          </p:nvPr>
        </p:nvSpPr>
        <p:spPr/>
        <p:txBody>
          <a:bodyPr/>
          <a:lstStyle/>
          <a:p>
            <a:r>
              <a:rPr lang="en-IN" dirty="0" err="1"/>
              <a:t>DenseNet</a:t>
            </a:r>
            <a:endParaRPr lang="en-IN" dirty="0"/>
          </a:p>
        </p:txBody>
      </p:sp>
      <p:sp>
        <p:nvSpPr>
          <p:cNvPr id="4" name="Date Placeholder 3">
            <a:extLst>
              <a:ext uri="{FF2B5EF4-FFF2-40B4-BE49-F238E27FC236}">
                <a16:creationId xmlns:a16="http://schemas.microsoft.com/office/drawing/2014/main" id="{4C3E616D-2CD3-2E70-C974-C4C2286FCF90}"/>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BFCACA4-53B7-E96F-FA06-3915DD828E62}"/>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9423A07A-1B61-6E0B-C27C-1E745A86CF90}"/>
              </a:ext>
            </a:extLst>
          </p:cNvPr>
          <p:cNvSpPr>
            <a:spLocks noGrp="1"/>
          </p:cNvSpPr>
          <p:nvPr>
            <p:ph type="sldNum" sz="quarter" idx="12"/>
          </p:nvPr>
        </p:nvSpPr>
        <p:spPr/>
        <p:txBody>
          <a:bodyPr/>
          <a:lstStyle/>
          <a:p>
            <a:fld id="{294A09A9-5501-47C1-A89A-A340965A2BE2}" type="slidenum">
              <a:rPr lang="en-US" smtClean="0"/>
              <a:pPr/>
              <a:t>9</a:t>
            </a:fld>
            <a:endParaRPr lang="en-US" dirty="0"/>
          </a:p>
        </p:txBody>
      </p:sp>
      <p:pic>
        <p:nvPicPr>
          <p:cNvPr id="7" name="Picture 6" descr="A graph of a curve&#10;&#10;AI-generated content may be incorrect.">
            <a:extLst>
              <a:ext uri="{FF2B5EF4-FFF2-40B4-BE49-F238E27FC236}">
                <a16:creationId xmlns:a16="http://schemas.microsoft.com/office/drawing/2014/main" id="{5BA56D59-FB00-C98F-9951-2A2558FE8F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5111" y="2667576"/>
            <a:ext cx="5816831" cy="3231573"/>
          </a:xfrm>
          <a:prstGeom prst="rect">
            <a:avLst/>
          </a:prstGeom>
        </p:spPr>
      </p:pic>
      <p:pic>
        <p:nvPicPr>
          <p:cNvPr id="8" name="Picture 7" descr="A graph of a curve&#10;&#10;AI-generated content may be incorrect.">
            <a:extLst>
              <a:ext uri="{FF2B5EF4-FFF2-40B4-BE49-F238E27FC236}">
                <a16:creationId xmlns:a16="http://schemas.microsoft.com/office/drawing/2014/main" id="{BFBC566B-167E-33FE-86A8-BA4749E51C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942" y="2642176"/>
            <a:ext cx="5816831" cy="3231573"/>
          </a:xfrm>
          <a:prstGeom prst="rect">
            <a:avLst/>
          </a:prstGeom>
        </p:spPr>
      </p:pic>
    </p:spTree>
    <p:extLst>
      <p:ext uri="{BB962C8B-B14F-4D97-AF65-F5344CB8AC3E}">
        <p14:creationId xmlns:p14="http://schemas.microsoft.com/office/powerpoint/2010/main" val="2425128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65EAC-0CF0-7AF5-3B8E-923AEBC40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E5E56-2BCE-92DF-0EE8-9B7856ACAC11}"/>
              </a:ext>
            </a:extLst>
          </p:cNvPr>
          <p:cNvSpPr>
            <a:spLocks noGrp="1"/>
          </p:cNvSpPr>
          <p:nvPr>
            <p:ph type="title"/>
          </p:nvPr>
        </p:nvSpPr>
        <p:spPr/>
        <p:txBody>
          <a:bodyPr/>
          <a:lstStyle/>
          <a:p>
            <a:r>
              <a:rPr lang="en-IN" dirty="0" err="1"/>
              <a:t>Xception</a:t>
            </a:r>
            <a:endParaRPr lang="en-IN" dirty="0"/>
          </a:p>
        </p:txBody>
      </p:sp>
      <p:sp>
        <p:nvSpPr>
          <p:cNvPr id="4" name="Date Placeholder 3">
            <a:extLst>
              <a:ext uri="{FF2B5EF4-FFF2-40B4-BE49-F238E27FC236}">
                <a16:creationId xmlns:a16="http://schemas.microsoft.com/office/drawing/2014/main" id="{5749AAC2-1C8E-B3C7-BAED-F408E1A11D8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EDDA0F2-3853-F801-5A99-CF3717DEB17E}"/>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3614BC99-E511-713D-F550-F940A98D50EC}"/>
              </a:ext>
            </a:extLst>
          </p:cNvPr>
          <p:cNvSpPr>
            <a:spLocks noGrp="1"/>
          </p:cNvSpPr>
          <p:nvPr>
            <p:ph type="sldNum" sz="quarter" idx="12"/>
          </p:nvPr>
        </p:nvSpPr>
        <p:spPr/>
        <p:txBody>
          <a:bodyPr/>
          <a:lstStyle/>
          <a:p>
            <a:fld id="{294A09A9-5501-47C1-A89A-A340965A2BE2}" type="slidenum">
              <a:rPr lang="en-US" smtClean="0"/>
              <a:pPr/>
              <a:t>10</a:t>
            </a:fld>
            <a:endParaRPr lang="en-US" dirty="0"/>
          </a:p>
        </p:txBody>
      </p:sp>
      <p:pic>
        <p:nvPicPr>
          <p:cNvPr id="7" name="Picture 6">
            <a:extLst>
              <a:ext uri="{FF2B5EF4-FFF2-40B4-BE49-F238E27FC236}">
                <a16:creationId xmlns:a16="http://schemas.microsoft.com/office/drawing/2014/main" id="{76ABB561-50EC-FBF6-7E74-397875B32876}"/>
              </a:ext>
            </a:extLst>
          </p:cNvPr>
          <p:cNvPicPr>
            <a:picLocks noChangeAspect="1"/>
          </p:cNvPicPr>
          <p:nvPr/>
        </p:nvPicPr>
        <p:blipFill>
          <a:blip r:embed="rId2"/>
          <a:srcRect/>
          <a:stretch/>
        </p:blipFill>
        <p:spPr>
          <a:xfrm>
            <a:off x="381705" y="2667576"/>
            <a:ext cx="5803642" cy="3231573"/>
          </a:xfrm>
          <a:prstGeom prst="rect">
            <a:avLst/>
          </a:prstGeom>
        </p:spPr>
      </p:pic>
      <p:pic>
        <p:nvPicPr>
          <p:cNvPr id="8" name="Picture 7">
            <a:extLst>
              <a:ext uri="{FF2B5EF4-FFF2-40B4-BE49-F238E27FC236}">
                <a16:creationId xmlns:a16="http://schemas.microsoft.com/office/drawing/2014/main" id="{C6DE24DB-0D59-5DF7-A283-5068FCC0DDBE}"/>
              </a:ext>
            </a:extLst>
          </p:cNvPr>
          <p:cNvPicPr>
            <a:picLocks noChangeAspect="1"/>
          </p:cNvPicPr>
          <p:nvPr/>
        </p:nvPicPr>
        <p:blipFill>
          <a:blip r:embed="rId3"/>
          <a:srcRect/>
          <a:stretch/>
        </p:blipFill>
        <p:spPr>
          <a:xfrm>
            <a:off x="6198536" y="2642176"/>
            <a:ext cx="5803642" cy="3231573"/>
          </a:xfrm>
          <a:prstGeom prst="rect">
            <a:avLst/>
          </a:prstGeom>
        </p:spPr>
      </p:pic>
    </p:spTree>
    <p:extLst>
      <p:ext uri="{BB962C8B-B14F-4D97-AF65-F5344CB8AC3E}">
        <p14:creationId xmlns:p14="http://schemas.microsoft.com/office/powerpoint/2010/main" val="3540448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457200" y="365125"/>
            <a:ext cx="10515600" cy="1325563"/>
          </a:xfrm>
        </p:spPr>
        <p:txBody>
          <a:bodyPr/>
          <a:lstStyle/>
          <a:p>
            <a:r>
              <a:rPr lang="en-US" dirty="0"/>
              <a:t>AREAS OF FOCUS</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1298875" y="2181225"/>
            <a:ext cx="9877125" cy="3684588"/>
          </a:xfrm>
        </p:spPr>
        <p:txBody>
          <a:bodyPr vert="horz" lIns="91440" tIns="45720" rIns="91440" bIns="45720" rtlCol="0" anchor="t">
            <a:normAutofit/>
          </a:bodyPr>
          <a:lstStyle/>
          <a:p>
            <a:pPr marL="0" lvl="0" indent="0" algn="just" eaLnBrk="0" fontAlgn="base" hangingPunct="0">
              <a:lnSpc>
                <a:spcPct val="200000"/>
              </a:lnSpc>
              <a:spcBef>
                <a:spcPct val="0"/>
              </a:spcBef>
              <a:spcAft>
                <a:spcPct val="0"/>
              </a:spcAft>
              <a:buNone/>
            </a:pPr>
            <a:r>
              <a:rPr lang="en-US" altLang="en-US" sz="1600" b="1" dirty="0">
                <a:solidFill>
                  <a:schemeClr val="tx1"/>
                </a:solidFill>
                <a:latin typeface="Arial" panose="020B0604020202020204" pitchFamily="34" charset="0"/>
              </a:rPr>
              <a:t>1.Smart Agriculture:</a:t>
            </a:r>
            <a:r>
              <a:rPr lang="en-US" altLang="en-US" sz="1600" dirty="0">
                <a:solidFill>
                  <a:schemeClr val="tx1"/>
                </a:solidFill>
                <a:latin typeface="Arial" panose="020B0604020202020204" pitchFamily="34" charset="0"/>
              </a:rPr>
              <a:t> Enhancing productivity through automated disease detection and nutrient management.</a:t>
            </a:r>
          </a:p>
          <a:p>
            <a:pPr marL="0" lvl="0" indent="0" algn="just" eaLnBrk="0" fontAlgn="base" hangingPunct="0">
              <a:lnSpc>
                <a:spcPct val="200000"/>
              </a:lnSpc>
              <a:spcBef>
                <a:spcPct val="0"/>
              </a:spcBef>
              <a:spcAft>
                <a:spcPct val="0"/>
              </a:spcAft>
              <a:buNone/>
            </a:pPr>
            <a:r>
              <a:rPr lang="en-US" altLang="en-US" sz="1600" b="1" dirty="0">
                <a:solidFill>
                  <a:schemeClr val="tx1"/>
                </a:solidFill>
                <a:latin typeface="Arial" panose="020B0604020202020204" pitchFamily="34" charset="0"/>
              </a:rPr>
              <a:t>2.Precision Farming:</a:t>
            </a:r>
            <a:r>
              <a:rPr lang="en-US" altLang="en-US" sz="1600" dirty="0">
                <a:solidFill>
                  <a:schemeClr val="tx1"/>
                </a:solidFill>
                <a:latin typeface="Arial" panose="020B0604020202020204" pitchFamily="34" charset="0"/>
              </a:rPr>
              <a:t> Providing crop-specific fertilizer recommendations based on disease condition.</a:t>
            </a:r>
          </a:p>
          <a:p>
            <a:pPr marL="0" lvl="0" indent="0" algn="just" eaLnBrk="0" fontAlgn="base" hangingPunct="0">
              <a:lnSpc>
                <a:spcPct val="200000"/>
              </a:lnSpc>
              <a:spcBef>
                <a:spcPct val="0"/>
              </a:spcBef>
              <a:spcAft>
                <a:spcPct val="0"/>
              </a:spcAft>
              <a:buNone/>
            </a:pPr>
            <a:r>
              <a:rPr lang="en-US" altLang="en-US" sz="1600" b="1" dirty="0">
                <a:solidFill>
                  <a:schemeClr val="tx1"/>
                </a:solidFill>
                <a:latin typeface="Arial" panose="020B0604020202020204" pitchFamily="34" charset="0"/>
              </a:rPr>
              <a:t>3.Agri-Tech Solutions:</a:t>
            </a:r>
            <a:r>
              <a:rPr lang="en-US" altLang="en-US" sz="1600" dirty="0">
                <a:solidFill>
                  <a:schemeClr val="tx1"/>
                </a:solidFill>
                <a:latin typeface="Arial" panose="020B0604020202020204" pitchFamily="34" charset="0"/>
              </a:rPr>
              <a:t> Integration with mobile apps or IoT devices for real-time field monitoring.</a:t>
            </a:r>
          </a:p>
          <a:p>
            <a:pPr marL="0" lvl="0" indent="0" algn="just" eaLnBrk="0" fontAlgn="base" hangingPunct="0">
              <a:lnSpc>
                <a:spcPct val="200000"/>
              </a:lnSpc>
              <a:spcBef>
                <a:spcPct val="0"/>
              </a:spcBef>
              <a:spcAft>
                <a:spcPct val="0"/>
              </a:spcAft>
              <a:buNone/>
            </a:pPr>
            <a:r>
              <a:rPr lang="en-US" altLang="en-US" sz="1600" b="1" dirty="0">
                <a:solidFill>
                  <a:schemeClr val="tx1"/>
                </a:solidFill>
                <a:latin typeface="Arial" panose="020B0604020202020204" pitchFamily="34" charset="0"/>
              </a:rPr>
              <a:t>4.Crop Management Systems:</a:t>
            </a:r>
            <a:r>
              <a:rPr lang="en-US" altLang="en-US" sz="1600" dirty="0">
                <a:solidFill>
                  <a:schemeClr val="tx1"/>
                </a:solidFill>
                <a:latin typeface="Arial" panose="020B0604020202020204" pitchFamily="34" charset="0"/>
              </a:rPr>
              <a:t> Assisting farmers and agronomists in decision-making and planning.</a:t>
            </a:r>
          </a:p>
          <a:p>
            <a:pPr marL="0" lvl="0" indent="0" algn="just" eaLnBrk="0" fontAlgn="base" hangingPunct="0">
              <a:lnSpc>
                <a:spcPct val="200000"/>
              </a:lnSpc>
              <a:spcBef>
                <a:spcPct val="0"/>
              </a:spcBef>
              <a:spcAft>
                <a:spcPct val="0"/>
              </a:spcAft>
              <a:buNone/>
            </a:pPr>
            <a:r>
              <a:rPr lang="en-US" altLang="en-US" sz="1600" b="1" dirty="0">
                <a:solidFill>
                  <a:schemeClr val="tx1"/>
                </a:solidFill>
                <a:latin typeface="Arial" panose="020B0604020202020204" pitchFamily="34" charset="0"/>
              </a:rPr>
              <a:t>5.Agricultural Research:</a:t>
            </a:r>
            <a:r>
              <a:rPr lang="en-US" altLang="en-US" sz="1600" dirty="0">
                <a:solidFill>
                  <a:schemeClr val="tx1"/>
                </a:solidFill>
                <a:latin typeface="Arial" panose="020B0604020202020204" pitchFamily="34" charset="0"/>
              </a:rPr>
              <a:t> Supporting data collection and analysis for plant pathology and fertilizer studies.</a:t>
            </a:r>
          </a:p>
          <a:p>
            <a:pPr marL="0" lvl="0" indent="0" algn="just" eaLnBrk="0" fontAlgn="base" hangingPunct="0">
              <a:lnSpc>
                <a:spcPct val="200000"/>
              </a:lnSpc>
              <a:spcBef>
                <a:spcPct val="0"/>
              </a:spcBef>
              <a:spcAft>
                <a:spcPct val="0"/>
              </a:spcAft>
              <a:buNone/>
            </a:pPr>
            <a:r>
              <a:rPr lang="en-US" altLang="en-US" sz="1600" b="1" dirty="0">
                <a:solidFill>
                  <a:schemeClr val="tx1"/>
                </a:solidFill>
                <a:latin typeface="Arial" panose="020B0604020202020204" pitchFamily="34" charset="0"/>
              </a:rPr>
              <a:t>6.Rural Advisory Services:</a:t>
            </a:r>
            <a:r>
              <a:rPr lang="en-US" altLang="en-US" sz="1600" dirty="0">
                <a:solidFill>
                  <a:schemeClr val="tx1"/>
                </a:solidFill>
                <a:latin typeface="Arial" panose="020B0604020202020204" pitchFamily="34" charset="0"/>
              </a:rPr>
              <a:t> Helping agricultural extension officers deliver targeted advice to farmers.</a:t>
            </a:r>
          </a:p>
          <a:p>
            <a:pPr marL="0" lvl="0" indent="0" eaLnBrk="0" fontAlgn="base" hangingPunct="0">
              <a:lnSpc>
                <a:spcPct val="100000"/>
              </a:lnSpc>
              <a:spcBef>
                <a:spcPct val="0"/>
              </a:spcBef>
              <a:spcAft>
                <a:spcPct val="0"/>
              </a:spcAft>
              <a:buFontTx/>
              <a:buChar char="•"/>
            </a:pPr>
            <a:endParaRPr lang="en-US" altLang="en-US" sz="1600" dirty="0">
              <a:solidFill>
                <a:schemeClr val="tx1"/>
              </a:solidFill>
              <a:latin typeface="Arial" panose="020B0604020202020204" pitchFamily="34" charset="0"/>
            </a:endParaRPr>
          </a:p>
        </p:txBody>
      </p:sp>
      <p:sp>
        <p:nvSpPr>
          <p:cNvPr id="9" name="Slide Number Placeholder 8">
            <a:extLst>
              <a:ext uri="{FF2B5EF4-FFF2-40B4-BE49-F238E27FC236}">
                <a16:creationId xmlns:a16="http://schemas.microsoft.com/office/drawing/2014/main" id="{3AFC16FA-62DC-4D56-810F-B1F6F94EBF74}"/>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785934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457200" y="850230"/>
            <a:ext cx="5009147" cy="1325563"/>
          </a:xfrm>
        </p:spPr>
        <p:txBody>
          <a:bodyPr/>
          <a:lstStyle/>
          <a:p>
            <a:r>
              <a:rPr lang="en-US" dirty="0"/>
              <a:t>SUMMARY </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sz="quarter" idx="13"/>
          </p:nvPr>
        </p:nvSpPr>
        <p:spPr>
          <a:xfrm>
            <a:off x="457200" y="2084388"/>
            <a:ext cx="4572000" cy="3536950"/>
          </a:xfrm>
        </p:spPr>
        <p:txBody>
          <a:bodyPr vert="horz" lIns="91440" tIns="45720" rIns="91440" bIns="45720" rtlCol="0" anchor="t">
            <a:normAutofit/>
          </a:bodyPr>
          <a:lstStyle/>
          <a:p>
            <a:pPr algn="just"/>
            <a:r>
              <a:rPr lang="en-IN" dirty="0"/>
              <a:t>This project presents a smart agricultural solution that utilizes image processing and machine learning techniques to detect plant diseases from leaf images. By accurately classifying the disease, the system offers precise fertilizer recommendations tailored to the crop’s condition. This helps farmers take timely actions, reduce crop loss, and avoid excessive use of chemicals. The solution aims to promote sustainable farming by combining technology with traditional agricultural practices.</a:t>
            </a:r>
            <a:endParaRPr lang="en-US" dirty="0"/>
          </a:p>
        </p:txBody>
      </p:sp>
      <p:pic>
        <p:nvPicPr>
          <p:cNvPr id="9" name="Picture Placeholder 8" descr="Close up of frosty covered pine needles&#10;&#10;">
            <a:extLst>
              <a:ext uri="{FF2B5EF4-FFF2-40B4-BE49-F238E27FC236}">
                <a16:creationId xmlns:a16="http://schemas.microsoft.com/office/drawing/2014/main" id="{CA93B263-80B8-4F32-B69B-548E670DBC4F}"/>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val="0"/>
              </a:ext>
            </a:extLst>
          </a:blip>
          <a:srcRect/>
          <a:stretch/>
        </p:blipFill>
        <p:spPr>
          <a:xfrm>
            <a:off x="8622628" y="685800"/>
            <a:ext cx="3200400" cy="5486400"/>
          </a:xfrm>
        </p:spPr>
      </p:pic>
      <p:sp>
        <p:nvSpPr>
          <p:cNvPr id="6" name="Slide Number Placeholder 5">
            <a:extLst>
              <a:ext uri="{FF2B5EF4-FFF2-40B4-BE49-F238E27FC236}">
                <a16:creationId xmlns:a16="http://schemas.microsoft.com/office/drawing/2014/main" id="{4BA11E52-FFC6-40C5-B370-26EA23A5F175}"/>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445070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top view of snow covered pine trees&#10;">
            <a:extLst>
              <a:ext uri="{FF2B5EF4-FFF2-40B4-BE49-F238E27FC236}">
                <a16:creationId xmlns:a16="http://schemas.microsoft.com/office/drawing/2014/main" id="{51C7B78B-F743-4CBD-8A4C-876D00856307}"/>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35" b="35"/>
          <a:stretch/>
        </p:blipFill>
        <p:spPr>
          <a:xfrm>
            <a:off x="458724" y="411480"/>
            <a:ext cx="11274552" cy="5870448"/>
          </a:xfrm>
        </p:spPr>
      </p:pic>
      <p:sp>
        <p:nvSpPr>
          <p:cNvPr id="26" name="Title 25">
            <a:extLst>
              <a:ext uri="{FF2B5EF4-FFF2-40B4-BE49-F238E27FC236}">
                <a16:creationId xmlns:a16="http://schemas.microsoft.com/office/drawing/2014/main" id="{B4A6BAED-EBE6-4796-91D1-762EB5936B76}"/>
              </a:ext>
            </a:extLst>
          </p:cNvPr>
          <p:cNvSpPr>
            <a:spLocks noGrp="1"/>
          </p:cNvSpPr>
          <p:nvPr>
            <p:ph type="ctrTitle"/>
          </p:nvPr>
        </p:nvSpPr>
        <p:spPr>
          <a:xfrm>
            <a:off x="457201" y="3814618"/>
            <a:ext cx="4571999" cy="911388"/>
          </a:xfrm>
        </p:spPr>
        <p:txBody>
          <a:bodyPr/>
          <a:lstStyle/>
          <a:p>
            <a:r>
              <a:rPr lang="en-US" dirty="0"/>
              <a:t>THANK YOU</a:t>
            </a:r>
          </a:p>
        </p:txBody>
      </p:sp>
      <p:sp>
        <p:nvSpPr>
          <p:cNvPr id="2" name="Date Placeholder 1">
            <a:extLst>
              <a:ext uri="{FF2B5EF4-FFF2-40B4-BE49-F238E27FC236}">
                <a16:creationId xmlns:a16="http://schemas.microsoft.com/office/drawing/2014/main" id="{C3F26CC2-F73D-41DF-A99E-E86D860BD516}"/>
              </a:ext>
            </a:extLst>
          </p:cNvPr>
          <p:cNvSpPr>
            <a:spLocks noGrp="1"/>
          </p:cNvSpPr>
          <p:nvPr>
            <p:ph type="dt" sz="half" idx="11"/>
          </p:nvPr>
        </p:nvSpPr>
        <p:spPr>
          <a:xfrm>
            <a:off x="457200" y="6356350"/>
            <a:ext cx="2743200" cy="365125"/>
          </a:xfrm>
        </p:spPr>
        <p:txBody>
          <a:bodyPr/>
          <a:lstStyle/>
          <a:p>
            <a:r>
              <a:rPr lang="en-US"/>
              <a:t>20XX</a:t>
            </a:r>
            <a:endParaRPr lang="en-US" dirty="0"/>
          </a:p>
        </p:txBody>
      </p:sp>
      <p:sp>
        <p:nvSpPr>
          <p:cNvPr id="4" name="Footer Placeholder 3">
            <a:extLst>
              <a:ext uri="{FF2B5EF4-FFF2-40B4-BE49-F238E27FC236}">
                <a16:creationId xmlns:a16="http://schemas.microsoft.com/office/drawing/2014/main" id="{15C54AFD-12FC-4AE5-AA18-D006F459D1E8}"/>
              </a:ext>
            </a:extLst>
          </p:cNvPr>
          <p:cNvSpPr>
            <a:spLocks noGrp="1"/>
          </p:cNvSpPr>
          <p:nvPr>
            <p:ph type="ftr" sz="quarter" idx="12"/>
          </p:nvPr>
        </p:nvSpPr>
        <p:spPr>
          <a:xfrm>
            <a:off x="4038600" y="6356350"/>
            <a:ext cx="4114800" cy="365125"/>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2FE58EF-CE6D-472E-8AF9-E91E9F7AD3DD}"/>
              </a:ext>
            </a:extLst>
          </p:cNvPr>
          <p:cNvSpPr>
            <a:spLocks noGrp="1"/>
          </p:cNvSpPr>
          <p:nvPr>
            <p:ph type="sldNum" sz="quarter" idx="13"/>
          </p:nvPr>
        </p:nvSpPr>
        <p:spPr>
          <a:xfrm>
            <a:off x="8610600" y="6356350"/>
            <a:ext cx="2743200" cy="365125"/>
          </a:xfrm>
        </p:spPr>
        <p:txBody>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Office Theme">
  <a:themeElements>
    <a:clrScheme name="Custom 73">
      <a:dk1>
        <a:sysClr val="windowText" lastClr="000000"/>
      </a:dk1>
      <a:lt1>
        <a:sysClr val="window" lastClr="FFFFFF"/>
      </a:lt1>
      <a:dk2>
        <a:srgbClr val="44546A"/>
      </a:dk2>
      <a:lt2>
        <a:srgbClr val="E7E6E6"/>
      </a:lt2>
      <a:accent1>
        <a:srgbClr val="C4EEF2"/>
      </a:accent1>
      <a:accent2>
        <a:srgbClr val="9CD3D9"/>
      </a:accent2>
      <a:accent3>
        <a:srgbClr val="387373"/>
      </a:accent3>
      <a:accent4>
        <a:srgbClr val="022E40"/>
      </a:accent4>
      <a:accent5>
        <a:srgbClr val="F2E4C9"/>
      </a:accent5>
      <a:accent6>
        <a:srgbClr val="FFFFF5"/>
      </a:accent6>
      <a:hlink>
        <a:srgbClr val="0563C1"/>
      </a:hlink>
      <a:folHlink>
        <a:srgbClr val="954F72"/>
      </a:folHlink>
    </a:clrScheme>
    <a:fontScheme name="Custom 114">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owscape_tm44613219_Win32_JB_SL_v3" id="{1C87AC08-773C-4510-A4A8-B1D3594C4029}" vid="{72F6DBE6-EDB8-4427-B790-8ECF5ED625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576AF5-45CB-4D7F-8506-5C2B8F7E0C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473F6E9-2FA5-4F36-A42B-ED7213C4AABD}">
  <ds:schemaRefs>
    <ds:schemaRef ds:uri="http://schemas.microsoft.com/sharepoint/v3/contenttype/forms"/>
  </ds:schemaRefs>
</ds:datastoreItem>
</file>

<file path=customXml/itemProps3.xml><?xml version="1.0" encoding="utf-8"?>
<ds:datastoreItem xmlns:ds="http://schemas.openxmlformats.org/officeDocument/2006/customXml" ds:itemID="{D91B5A3C-8B2E-4B35-A109-4713D9D356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Snowscape presentation</Template>
  <TotalTime>53</TotalTime>
  <Words>609</Words>
  <Application>Microsoft Office PowerPoint</Application>
  <PresentationFormat>Widescreen</PresentationFormat>
  <Paragraphs>86</Paragraphs>
  <Slides>13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Bodoni MT</vt:lpstr>
      <vt:lpstr>Calibri</vt:lpstr>
      <vt:lpstr>DejaVu Serif</vt:lpstr>
      <vt:lpstr>Liberation Sans</vt:lpstr>
      <vt:lpstr>Liberation Serif</vt:lpstr>
      <vt:lpstr>Source Sans Pro Light</vt:lpstr>
      <vt:lpstr>Wingdings</vt:lpstr>
      <vt:lpstr>Office Theme</vt:lpstr>
      <vt:lpstr>Sathyabama Institute of Science and Technology</vt:lpstr>
      <vt:lpstr>Literature Survey</vt:lpstr>
      <vt:lpstr>Introduction </vt:lpstr>
      <vt:lpstr>Dataflow</vt:lpstr>
      <vt:lpstr>Modules used</vt:lpstr>
      <vt:lpstr>DenseNet121</vt:lpstr>
      <vt:lpstr>Xception</vt:lpstr>
      <vt:lpstr>Outputs</vt:lpstr>
      <vt:lpstr>DenseNet</vt:lpstr>
      <vt:lpstr>Xception</vt:lpstr>
      <vt:lpstr>AREAS OF FOCUS</vt:lpstr>
      <vt:lpstr>SUMMARY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Ugandhar Vaddi</dc:creator>
  <cp:lastModifiedBy>Ugandhar Vaddi</cp:lastModifiedBy>
  <cp:revision>14</cp:revision>
  <dcterms:created xsi:type="dcterms:W3CDTF">2025-07-02T07:21:14Z</dcterms:created>
  <dcterms:modified xsi:type="dcterms:W3CDTF">2026-10-11T05:39:49Z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